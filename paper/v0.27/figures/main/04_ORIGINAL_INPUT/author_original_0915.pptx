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66" r:id="rId4"/>
    <p:sldId id="267" r:id="rId5"/>
    <p:sldId id="268" r:id="rId6"/>
    <p:sldId id="269" r:id="rId7"/>
    <p:sldId id="270" r:id="rId8"/>
  </p:sldIdLst>
  <p:sldSz cx="21599525" cy="215995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18" userDrawn="1">
          <p15:clr>
            <a:srgbClr val="A4A3A4"/>
          </p15:clr>
        </p15:guide>
        <p15:guide id="2" pos="6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ECF"/>
    <a:srgbClr val="A4FE88"/>
    <a:srgbClr val="FFFCF4"/>
    <a:srgbClr val="15897C"/>
    <a:srgbClr val="EDF1F0"/>
    <a:srgbClr val="F8F9FD"/>
    <a:srgbClr val="A1D02E"/>
    <a:srgbClr val="C5533B"/>
    <a:srgbClr val="F7714B"/>
    <a:srgbClr val="757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6718"/>
        <p:guide pos="680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&#24037;&#20316;&#31807;1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D:\hyr&#25991;&#20214;\2026\&#31532;35&#21608;\&#20316;&#22270;\0913&#26032;\fig2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hyr&#25991;&#20214;\2026\&#31532;35&#21608;\&#20316;&#22270;\0913&#26032;\fig2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D:\hyr&#25991;&#20214;\2026\&#31532;35&#21608;\&#20316;&#22270;\0913&#26032;\fig3.xlsx" TargetMode="External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5.xml"/><Relationship Id="rId3" Type="http://schemas.microsoft.com/office/2011/relationships/chartStyle" Target="style5.xml"/><Relationship Id="rId2" Type="http://schemas.openxmlformats.org/officeDocument/2006/relationships/themeOverride" Target="../theme/themeOverride1.xml"/><Relationship Id="rId1" Type="http://schemas.openxmlformats.org/officeDocument/2006/relationships/oleObject" Target="file:///D:\hyr&#25991;&#20214;\2026\&#31532;35&#21608;\&#20316;&#22270;\0913&#26032;\fig3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D:\hyr&#25991;&#20214;\2026\&#31532;35&#21608;\&#20316;&#22270;\0913&#26032;\fig3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D:\hyr&#25991;&#20214;\2026\&#31532;35&#21608;\&#20316;&#22270;\0913&#26032;\fig3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D:\hyr&#25991;&#20214;\2026\&#31532;35&#21608;\&#20316;&#22270;\AIDRBench_Figures_v0.27_R7_2026-09-13_PanelData\AIDRBench_Figures_v0.27_R7_2026-09-13_PanelData\01_PANEL_DATA\F04\F04a.csv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file:///D:\hyr&#25991;&#20214;\2026\&#31532;36&#21608;\F05a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oleObject" Target="file:///D:\hyr&#25991;&#20214;\2026\&#31532;36&#21608;\F05a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oleObject" Target="file:///D:\hyr&#25991;&#20214;\2026\&#31532;36&#21608;\F05a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oleObject" Target="file:///D:\hyr&#25991;&#20214;\2026\&#31532;36&#21608;\F05a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oleObject" Target="file:///D:\hyr&#25991;&#20214;\2026\&#31532;36&#21608;\F05a.xlsx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oleObject" Target="file:///D:\hyr&#25991;&#20214;\2026\&#31532;36&#21608;\F06a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microsoft.com/office/2011/relationships/chartColorStyle" Target="colors21.xml"/><Relationship Id="rId2" Type="http://schemas.microsoft.com/office/2011/relationships/chartStyle" Target="style21.xml"/><Relationship Id="rId1" Type="http://schemas.openxmlformats.org/officeDocument/2006/relationships/oleObject" Target="file:///D:\hyr&#25991;&#20214;\2026\&#31532;36&#21608;\F06a.xlsx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microsoft.com/office/2011/relationships/chartColorStyle" Target="colors22.xml"/><Relationship Id="rId2" Type="http://schemas.microsoft.com/office/2011/relationships/chartStyle" Target="style22.xml"/><Relationship Id="rId1" Type="http://schemas.openxmlformats.org/officeDocument/2006/relationships/oleObject" Target="file:///D:\hyr&#25991;&#20214;\2026\&#31532;36&#21608;\F06a.xlsx" TargetMode="External"/></Relationships>
</file>

<file path=ppt/charts/_rels/chart23.xml.rels><?xml version="1.0" encoding="UTF-8" standalone="yes"?>
<Relationships xmlns="http://schemas.openxmlformats.org/package/2006/relationships"><Relationship Id="rId3" Type="http://schemas.microsoft.com/office/2011/relationships/chartColorStyle" Target="colors23.xml"/><Relationship Id="rId2" Type="http://schemas.microsoft.com/office/2011/relationships/chartStyle" Target="style23.xml"/><Relationship Id="rId1" Type="http://schemas.openxmlformats.org/officeDocument/2006/relationships/oleObject" Target="file:///D:\hyr&#25991;&#20214;\2026\&#31532;36&#21608;\F06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0416466442416"/>
          <c:y val="0.0475877192982456"/>
          <c:w val="0.773581077473437"/>
          <c:h val="0.776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[工作簿1]Sheet1!$G$5</c:f>
              <c:strCache>
                <c:ptCount val="1"/>
                <c:pt idx="0">
                  <c:v>B列（数值）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solidFill>
                  <a:srgbClr val="757E86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4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[工作簿1]Sheet1!$F$6:$F$11</c:f>
              <c:strCache>
                <c:ptCount val="6"/>
                <c:pt idx="0">
                  <c:v>Unknown</c:v>
                </c:pt>
                <c:pt idx="1">
                  <c:v>Other</c:v>
                </c:pt>
                <c:pt idx="2">
                  <c:v>Development</c:v>
                </c:pt>
                <c:pt idx="3">
                  <c:v>Training</c:v>
                </c:pt>
                <c:pt idx="4">
                  <c:v>Offline inference</c:v>
                </c:pt>
                <c:pt idx="5">
                  <c:v>Online inference</c:v>
                </c:pt>
              </c:strCache>
            </c:strRef>
          </c:cat>
          <c:val>
            <c:numRef>
              <c:f>[工作簿1]Sheet1!$G$6:$G$11</c:f>
              <c:numCache>
                <c:formatCode>General</c:formatCode>
                <c:ptCount val="6"/>
                <c:pt idx="0">
                  <c:v>0.26</c:v>
                </c:pt>
                <c:pt idx="1">
                  <c:v>0.95</c:v>
                </c:pt>
                <c:pt idx="2">
                  <c:v>3.36</c:v>
                </c:pt>
                <c:pt idx="3">
                  <c:v>19.42</c:v>
                </c:pt>
                <c:pt idx="4">
                  <c:v>21.52</c:v>
                </c:pt>
                <c:pt idx="5">
                  <c:v>54.5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55475377"/>
        <c:axId val="389395748"/>
      </c:barChart>
      <c:catAx>
        <c:axId val="455475377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4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89395748"/>
        <c:crosses val="autoZero"/>
        <c:auto val="1"/>
        <c:lblAlgn val="ctr"/>
        <c:lblOffset val="100"/>
        <c:noMultiLvlLbl val="0"/>
      </c:catAx>
      <c:valAx>
        <c:axId val="3893957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4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t>Requested GPU-hours (%)</a:t>
                </a:r>
              </a:p>
            </c:rich>
          </c:tx>
          <c:layout>
            <c:manualLayout>
              <c:xMode val="edge"/>
              <c:yMode val="edge"/>
              <c:x val="0.48383789844626"/>
              <c:y val="0.92741228070175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4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55475377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b86eab9-d518-4c62-8957-1d471af8873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4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3917824958"/>
          <c:y val="0.0469740383780498"/>
          <c:w val="0.891095158087674"/>
          <c:h val="0.69688286880264"/>
        </c:manualLayout>
      </c:layout>
      <c:lineChart>
        <c:grouping val="standard"/>
        <c:varyColors val="0"/>
        <c:ser>
          <c:idx val="0"/>
          <c:order val="0"/>
          <c:tx>
            <c:strRef>
              <c:f>'#REF!'!$E$4</c:f>
              <c:strCache>
                <c:ptCount val="1"/>
                <c:pt idx="0">
                  <c:v>4h relaxed PI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elete val="1"/>
          </c:dLbls>
          <c:cat>
            <c:numRef>
              <c:f>[1]Sheet1!$D$5:$D$24</c:f>
              <c:numCache>
                <c:formatCode>General</c:formatCode>
                <c:ptCount val="20"/>
                <c:pt idx="0">
                  <c:v>4.8</c:v>
                </c:pt>
                <c:pt idx="1">
                  <c:v>4.9</c:v>
                </c:pt>
                <c:pt idx="2">
                  <c:v>5</c:v>
                </c:pt>
                <c:pt idx="3">
                  <c:v>5.1</c:v>
                </c:pt>
                <c:pt idx="4">
                  <c:v>9.8</c:v>
                </c:pt>
                <c:pt idx="5">
                  <c:v>9.9</c:v>
                </c:pt>
                <c:pt idx="6">
                  <c:v>10</c:v>
                </c:pt>
                <c:pt idx="7">
                  <c:v>10.1</c:v>
                </c:pt>
                <c:pt idx="8">
                  <c:v>19.8</c:v>
                </c:pt>
                <c:pt idx="9">
                  <c:v>19.9</c:v>
                </c:pt>
                <c:pt idx="10">
                  <c:v>20</c:v>
                </c:pt>
                <c:pt idx="11">
                  <c:v>20.1</c:v>
                </c:pt>
                <c:pt idx="12">
                  <c:v>39.8</c:v>
                </c:pt>
                <c:pt idx="13">
                  <c:v>39.9</c:v>
                </c:pt>
                <c:pt idx="14">
                  <c:v>40</c:v>
                </c:pt>
                <c:pt idx="15">
                  <c:v>40.1</c:v>
                </c:pt>
                <c:pt idx="16">
                  <c:v>59.8</c:v>
                </c:pt>
                <c:pt idx="17">
                  <c:v>59.9</c:v>
                </c:pt>
                <c:pt idx="18">
                  <c:v>60</c:v>
                </c:pt>
                <c:pt idx="19">
                  <c:v>60.1</c:v>
                </c:pt>
              </c:numCache>
            </c:numRef>
          </c:cat>
          <c:val>
            <c:numRef>
              <c:f>[1]Sheet1!$E$5:$E$24</c:f>
              <c:numCache>
                <c:formatCode>General</c:formatCode>
                <c:ptCount val="20"/>
                <c:pt idx="0">
                  <c:v>2.95</c:v>
                </c:pt>
                <c:pt idx="4">
                  <c:v>5.9</c:v>
                </c:pt>
                <c:pt idx="8">
                  <c:v>11.8</c:v>
                </c:pt>
                <c:pt idx="12">
                  <c:v>22.19</c:v>
                </c:pt>
                <c:pt idx="16">
                  <c:v>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'#REF!'!$F$4</c:f>
              <c:strCache>
                <c:ptCount val="1"/>
                <c:pt idx="0">
                  <c:v>4h confirmed offer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numRef>
              <c:f>[1]Sheet1!$D$5:$D$24</c:f>
              <c:numCache>
                <c:formatCode>General</c:formatCode>
                <c:ptCount val="20"/>
                <c:pt idx="0">
                  <c:v>4.8</c:v>
                </c:pt>
                <c:pt idx="1">
                  <c:v>4.9</c:v>
                </c:pt>
                <c:pt idx="2">
                  <c:v>5</c:v>
                </c:pt>
                <c:pt idx="3">
                  <c:v>5.1</c:v>
                </c:pt>
                <c:pt idx="4">
                  <c:v>9.8</c:v>
                </c:pt>
                <c:pt idx="5">
                  <c:v>9.9</c:v>
                </c:pt>
                <c:pt idx="6">
                  <c:v>10</c:v>
                </c:pt>
                <c:pt idx="7">
                  <c:v>10.1</c:v>
                </c:pt>
                <c:pt idx="8">
                  <c:v>19.8</c:v>
                </c:pt>
                <c:pt idx="9">
                  <c:v>19.9</c:v>
                </c:pt>
                <c:pt idx="10">
                  <c:v>20</c:v>
                </c:pt>
                <c:pt idx="11">
                  <c:v>20.1</c:v>
                </c:pt>
                <c:pt idx="12">
                  <c:v>39.8</c:v>
                </c:pt>
                <c:pt idx="13">
                  <c:v>39.9</c:v>
                </c:pt>
                <c:pt idx="14">
                  <c:v>40</c:v>
                </c:pt>
                <c:pt idx="15">
                  <c:v>40.1</c:v>
                </c:pt>
                <c:pt idx="16">
                  <c:v>59.8</c:v>
                </c:pt>
                <c:pt idx="17">
                  <c:v>59.9</c:v>
                </c:pt>
                <c:pt idx="18">
                  <c:v>60</c:v>
                </c:pt>
                <c:pt idx="19">
                  <c:v>60.1</c:v>
                </c:pt>
              </c:numCache>
            </c:numRef>
          </c:cat>
          <c:val>
            <c:numRef>
              <c:f>[1]Sheet1!$F$5:$F$24</c:f>
              <c:numCache>
                <c:formatCode>General</c:formatCode>
                <c:ptCount val="20"/>
                <c:pt idx="1">
                  <c:v>3</c:v>
                </c:pt>
                <c:pt idx="5">
                  <c:v>6.2</c:v>
                </c:pt>
                <c:pt idx="9">
                  <c:v>12</c:v>
                </c:pt>
                <c:pt idx="13">
                  <c:v>22.5</c:v>
                </c:pt>
                <c:pt idx="17">
                  <c:v>34.5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'#REF!'!$G$4</c:f>
              <c:strCache>
                <c:ptCount val="1"/>
                <c:pt idx="0">
                  <c:v>8h relaxed PI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numRef>
              <c:f>[1]Sheet1!$D$5:$D$24</c:f>
              <c:numCache>
                <c:formatCode>General</c:formatCode>
                <c:ptCount val="20"/>
                <c:pt idx="0">
                  <c:v>4.8</c:v>
                </c:pt>
                <c:pt idx="1">
                  <c:v>4.9</c:v>
                </c:pt>
                <c:pt idx="2">
                  <c:v>5</c:v>
                </c:pt>
                <c:pt idx="3">
                  <c:v>5.1</c:v>
                </c:pt>
                <c:pt idx="4">
                  <c:v>9.8</c:v>
                </c:pt>
                <c:pt idx="5">
                  <c:v>9.9</c:v>
                </c:pt>
                <c:pt idx="6">
                  <c:v>10</c:v>
                </c:pt>
                <c:pt idx="7">
                  <c:v>10.1</c:v>
                </c:pt>
                <c:pt idx="8">
                  <c:v>19.8</c:v>
                </c:pt>
                <c:pt idx="9">
                  <c:v>19.9</c:v>
                </c:pt>
                <c:pt idx="10">
                  <c:v>20</c:v>
                </c:pt>
                <c:pt idx="11">
                  <c:v>20.1</c:v>
                </c:pt>
                <c:pt idx="12">
                  <c:v>39.8</c:v>
                </c:pt>
                <c:pt idx="13">
                  <c:v>39.9</c:v>
                </c:pt>
                <c:pt idx="14">
                  <c:v>40</c:v>
                </c:pt>
                <c:pt idx="15">
                  <c:v>40.1</c:v>
                </c:pt>
                <c:pt idx="16">
                  <c:v>59.8</c:v>
                </c:pt>
                <c:pt idx="17">
                  <c:v>59.9</c:v>
                </c:pt>
                <c:pt idx="18">
                  <c:v>60</c:v>
                </c:pt>
                <c:pt idx="19">
                  <c:v>60.1</c:v>
                </c:pt>
              </c:numCache>
            </c:numRef>
          </c:cat>
          <c:val>
            <c:numRef>
              <c:f>[1]Sheet1!$G$5:$G$24</c:f>
              <c:numCache>
                <c:formatCode>General</c:formatCode>
                <c:ptCount val="20"/>
                <c:pt idx="2">
                  <c:v>2.95</c:v>
                </c:pt>
                <c:pt idx="6">
                  <c:v>5.9</c:v>
                </c:pt>
                <c:pt idx="10">
                  <c:v>11.8</c:v>
                </c:pt>
                <c:pt idx="14">
                  <c:v>22.19</c:v>
                </c:pt>
                <c:pt idx="18">
                  <c:v>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'#REF!'!$H$4</c:f>
              <c:strCache>
                <c:ptCount val="1"/>
                <c:pt idx="0">
                  <c:v>8h confirmed offer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10"/>
            <c:spPr>
              <a:solidFill>
                <a:schemeClr val="accent4">
                  <a:alpha val="97000"/>
                </a:schemeClr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elete val="1"/>
          </c:dLbls>
          <c:cat>
            <c:numRef>
              <c:f>[1]Sheet1!$D$5:$D$24</c:f>
              <c:numCache>
                <c:formatCode>General</c:formatCode>
                <c:ptCount val="20"/>
                <c:pt idx="0">
                  <c:v>4.8</c:v>
                </c:pt>
                <c:pt idx="1">
                  <c:v>4.9</c:v>
                </c:pt>
                <c:pt idx="2">
                  <c:v>5</c:v>
                </c:pt>
                <c:pt idx="3">
                  <c:v>5.1</c:v>
                </c:pt>
                <c:pt idx="4">
                  <c:v>9.8</c:v>
                </c:pt>
                <c:pt idx="5">
                  <c:v>9.9</c:v>
                </c:pt>
                <c:pt idx="6">
                  <c:v>10</c:v>
                </c:pt>
                <c:pt idx="7">
                  <c:v>10.1</c:v>
                </c:pt>
                <c:pt idx="8">
                  <c:v>19.8</c:v>
                </c:pt>
                <c:pt idx="9">
                  <c:v>19.9</c:v>
                </c:pt>
                <c:pt idx="10">
                  <c:v>20</c:v>
                </c:pt>
                <c:pt idx="11">
                  <c:v>20.1</c:v>
                </c:pt>
                <c:pt idx="12">
                  <c:v>39.8</c:v>
                </c:pt>
                <c:pt idx="13">
                  <c:v>39.9</c:v>
                </c:pt>
                <c:pt idx="14">
                  <c:v>40</c:v>
                </c:pt>
                <c:pt idx="15">
                  <c:v>40.1</c:v>
                </c:pt>
                <c:pt idx="16">
                  <c:v>59.8</c:v>
                </c:pt>
                <c:pt idx="17">
                  <c:v>59.9</c:v>
                </c:pt>
                <c:pt idx="18">
                  <c:v>60</c:v>
                </c:pt>
                <c:pt idx="19">
                  <c:v>60.1</c:v>
                </c:pt>
              </c:numCache>
            </c:numRef>
          </c:cat>
          <c:val>
            <c:numRef>
              <c:f>[1]Sheet1!$H$5:$H$24</c:f>
              <c:numCache>
                <c:formatCode>General</c:formatCode>
                <c:ptCount val="20"/>
                <c:pt idx="3">
                  <c:v>2.9</c:v>
                </c:pt>
                <c:pt idx="7">
                  <c:v>5.6</c:v>
                </c:pt>
                <c:pt idx="11">
                  <c:v>11.6</c:v>
                </c:pt>
                <c:pt idx="15">
                  <c:v>21.9</c:v>
                </c:pt>
                <c:pt idx="19">
                  <c:v>33.5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9529690"/>
        <c:axId val="902406768"/>
      </c:lineChart>
      <c:catAx>
        <c:axId val="579529690"/>
        <c:scaling>
          <c:orientation val="minMax"/>
        </c:scaling>
        <c:delete val="1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t>Work permitted to wait (%)</a:t>
                </a:r>
              </a:p>
            </c:rich>
          </c:tx>
          <c:layout>
            <c:manualLayout>
              <c:xMode val="edge"/>
              <c:yMode val="edge"/>
              <c:x val="0.375820986711471"/>
              <c:y val="0.792307024398715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902406768"/>
        <c:crosses val="autoZero"/>
        <c:auto val="1"/>
        <c:lblAlgn val="ctr"/>
        <c:lblOffset val="100"/>
        <c:noMultiLvlLbl val="0"/>
      </c:catAx>
      <c:valAx>
        <c:axId val="902406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t>Response (kW)</a:t>
                </a:r>
              </a:p>
            </c:rich>
          </c:tx>
          <c:layout>
            <c:manualLayout>
              <c:xMode val="edge"/>
              <c:yMode val="edge"/>
              <c:x val="0.00354233085370174"/>
              <c:y val="0.21378830083565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579529690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40904230945471"/>
          <c:y val="0.0477554918815664"/>
          <c:w val="0.300137467542386"/>
          <c:h val="0.366414864982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e7e11b0-506c-42a6-8ac1-79e190ce7bc0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671770567505"/>
          <c:y val="0.049563969533061"/>
          <c:w val="0.812492404909467"/>
          <c:h val="0.786731427309858"/>
        </c:manualLayout>
      </c:layout>
      <c:scatterChart>
        <c:scatterStyle val="marker"/>
        <c:varyColors val="0"/>
        <c:ser>
          <c:idx val="0"/>
          <c:order val="0"/>
          <c:tx>
            <c:strRef>
              <c:f>b!$D$4</c:f>
              <c:strCache>
                <c:ptCount val="1"/>
                <c:pt idx="0">
                  <c:v>B列（Offer / operating peak (%)）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delete val="1"/>
          </c:dLbls>
          <c:xVal>
            <c:strRef>
              <c:f>b!$C$5:$C$9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40*</c:v>
                </c:pt>
                <c:pt idx="4">
                  <c:v>60†</c:v>
                </c:pt>
              </c:strCache>
            </c:strRef>
          </c:xVal>
          <c:yVal>
            <c:numRef>
              <c:f>b!$D$5:$D$9</c:f>
              <c:numCache>
                <c:formatCode>General</c:formatCode>
                <c:ptCount val="5"/>
                <c:pt idx="0">
                  <c:v>1.55269316527005</c:v>
                </c:pt>
                <c:pt idx="1">
                  <c:v>3.04914924119649</c:v>
                </c:pt>
                <c:pt idx="2">
                  <c:v>5.89516618241073</c:v>
                </c:pt>
                <c:pt idx="3">
                  <c:v>10.4614241603176</c:v>
                </c:pt>
                <c:pt idx="4">
                  <c:v>15.0337711846802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5423891"/>
        <c:axId val="793492523"/>
      </c:scatterChart>
      <c:valAx>
        <c:axId val="245423891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Eligible work (%)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>
            <c:manualLayout>
              <c:xMode val="edge"/>
              <c:yMode val="edge"/>
              <c:x val="0.394519382671041"/>
              <c:y val="0.890595367491583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793492523"/>
        <c:crosses val="autoZero"/>
        <c:crossBetween val="midCat"/>
      </c:valAx>
      <c:valAx>
        <c:axId val="7934925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Offer / operating peak (%)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245423891"/>
        <c:crosses val="autoZero"/>
        <c:crossBetween val="midCat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d44d498-0044-41b8-bf59-ca844cb58c15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74039627982208"/>
          <c:y val="0.0138888888888889"/>
          <c:w val="0.924181156490093"/>
          <c:h val="0.68819444444444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F03a!$D$9</c:f>
              <c:strCache>
                <c:ptCount val="1"/>
                <c:pt idx="0">
                  <c:v>selected_offer_kw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F03a!$C$10:$C$11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cat>
          <c:val>
            <c:numRef>
              <c:f>F03a!$D$10:$D$11</c:f>
              <c:numCache>
                <c:formatCode>0.00_ </c:formatCode>
                <c:ptCount val="2"/>
                <c:pt idx="0">
                  <c:v>1.47456079656123</c:v>
                </c:pt>
                <c:pt idx="1">
                  <c:v>2.94912159312247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706319555"/>
        <c:axId val="135362977"/>
      </c:barChart>
      <c:catAx>
        <c:axId val="706319555"/>
        <c:scaling>
          <c:orientation val="minMax"/>
        </c:scaling>
        <c:delete val="1"/>
        <c:axPos val="l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35362977"/>
        <c:crosses val="autoZero"/>
        <c:auto val="1"/>
        <c:lblAlgn val="ctr"/>
        <c:lblOffset val="100"/>
        <c:noMultiLvlLbl val="0"/>
      </c:catAx>
      <c:valAx>
        <c:axId val="13536297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Selected offer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706319555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5a831bb-04b8-4553-8a51-65300a81e108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9161184210526"/>
          <c:y val="0.0431745304626661"/>
          <c:w val="0.852055921052632"/>
          <c:h val="0.81504809894640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[fig3.xlsx]b!$L$49</c:f>
              <c:strCache>
                <c:ptCount val="1"/>
                <c:pt idx="0">
                  <c:v>Submission counts+≤1% missed work</c:v>
                </c:pt>
              </c:strCache>
            </c:strRef>
          </c:tx>
          <c:spPr>
            <a:ln w="19050" cap="rnd">
              <a:solidFill>
                <a:srgbClr val="5B9BD5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5B9BD5"/>
              </a:solidFill>
              <a:ln w="9525">
                <a:solidFill>
                  <a:srgbClr val="5B9BD5"/>
                </a:solidFill>
              </a:ln>
              <a:effectLst/>
            </c:spPr>
          </c:marker>
          <c:dLbls>
            <c:delete val="1"/>
          </c:dLbls>
          <c:xVal>
            <c:numRef>
              <c:f>[fig3.xlsx]b!$K$50:$K$58</c:f>
              <c:numCache>
                <c:formatCode>General</c:formatCode>
                <c:ptCount val="9"/>
                <c:pt idx="0">
                  <c:v>0.0921600497850772</c:v>
                </c:pt>
                <c:pt idx="1">
                  <c:v>0.184320099570154</c:v>
                </c:pt>
                <c:pt idx="2">
                  <c:v>0.368640199140308</c:v>
                </c:pt>
                <c:pt idx="3">
                  <c:v>0.737280398280617</c:v>
                </c:pt>
                <c:pt idx="4">
                  <c:v>1.47456079656123</c:v>
                </c:pt>
                <c:pt idx="5">
                  <c:v>2.21184119484185</c:v>
                </c:pt>
                <c:pt idx="6">
                  <c:v>2.94912159312247</c:v>
                </c:pt>
                <c:pt idx="7">
                  <c:v>4.4236823896837</c:v>
                </c:pt>
                <c:pt idx="8">
                  <c:v>5.89824318624494</c:v>
                </c:pt>
              </c:numCache>
            </c:numRef>
          </c:xVal>
          <c:yVal>
            <c:numRef>
              <c:f>[fig3.xlsx]b!$L$50:$L$58</c:f>
              <c:numCache>
                <c:formatCode>General</c:formatCode>
                <c:ptCount val="9"/>
                <c:pt idx="0">
                  <c:v>0.973657279216825</c:v>
                </c:pt>
                <c:pt idx="1">
                  <c:v>0.973657279216825</c:v>
                </c:pt>
                <c:pt idx="2">
                  <c:v>0.973657279216825</c:v>
                </c:pt>
                <c:pt idx="3">
                  <c:v>0.973657279216825</c:v>
                </c:pt>
                <c:pt idx="4">
                  <c:v>0.973657279216825</c:v>
                </c:pt>
                <c:pt idx="5">
                  <c:v>0.973657279216825</c:v>
                </c:pt>
                <c:pt idx="6">
                  <c:v>0.973657279216825</c:v>
                </c:pt>
                <c:pt idx="7">
                  <c:v>0.662205302241157</c:v>
                </c:pt>
                <c:pt idx="8">
                  <c:v>0.151091529237069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[fig3.xlsx]b!$M$49</c:f>
              <c:strCache>
                <c:ptCount val="1"/>
                <c:pt idx="0">
                  <c:v>Submission counts+Zero missed work</c:v>
                </c:pt>
              </c:strCache>
            </c:strRef>
          </c:tx>
          <c:spPr>
            <a:ln w="19050" cap="rnd">
              <a:solidFill>
                <a:srgbClr val="00B0F0"/>
              </a:solidFill>
              <a:prstDash val="dash"/>
              <a:round/>
            </a:ln>
            <a:effectLst/>
          </c:spPr>
          <c:marker>
            <c:symbol val="circle"/>
            <c:size val="10"/>
            <c:spPr>
              <a:noFill/>
              <a:ln w="9525">
                <a:solidFill>
                  <a:srgbClr val="00B0F0"/>
                </a:solidFill>
              </a:ln>
              <a:effectLst/>
            </c:spPr>
          </c:marker>
          <c:dLbls>
            <c:delete val="1"/>
          </c:dLbls>
          <c:xVal>
            <c:numRef>
              <c:f>[fig3.xlsx]b!$K$50:$K$58</c:f>
              <c:numCache>
                <c:formatCode>General</c:formatCode>
                <c:ptCount val="9"/>
                <c:pt idx="0">
                  <c:v>0.0921600497850772</c:v>
                </c:pt>
                <c:pt idx="1">
                  <c:v>0.184320099570154</c:v>
                </c:pt>
                <c:pt idx="2">
                  <c:v>0.368640199140308</c:v>
                </c:pt>
                <c:pt idx="3">
                  <c:v>0.737280398280617</c:v>
                </c:pt>
                <c:pt idx="4">
                  <c:v>1.47456079656123</c:v>
                </c:pt>
                <c:pt idx="5">
                  <c:v>2.21184119484185</c:v>
                </c:pt>
                <c:pt idx="6">
                  <c:v>2.94912159312247</c:v>
                </c:pt>
                <c:pt idx="7">
                  <c:v>4.4236823896837</c:v>
                </c:pt>
                <c:pt idx="8">
                  <c:v>5.89824318624494</c:v>
                </c:pt>
              </c:numCache>
            </c:numRef>
          </c:xVal>
          <c:yVal>
            <c:numRef>
              <c:f>[fig3.xlsx]b!$M$50:$M$58</c:f>
              <c:numCache>
                <c:formatCode>General</c:formatCode>
                <c:ptCount val="9"/>
                <c:pt idx="0">
                  <c:v>0.973657279216825</c:v>
                </c:pt>
                <c:pt idx="1">
                  <c:v>0.973657279216825</c:v>
                </c:pt>
                <c:pt idx="2">
                  <c:v>0.973657279216825</c:v>
                </c:pt>
                <c:pt idx="3">
                  <c:v>0.973657279216825</c:v>
                </c:pt>
                <c:pt idx="4">
                  <c:v>0.973657279216825</c:v>
                </c:pt>
                <c:pt idx="5">
                  <c:v>0.973657279216825</c:v>
                </c:pt>
                <c:pt idx="6">
                  <c:v>0.973657279216825</c:v>
                </c:pt>
                <c:pt idx="7">
                  <c:v>0.651630320012512</c:v>
                </c:pt>
                <c:pt idx="8">
                  <c:v>0.0763260081195623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[fig3.xlsx]b!$N$49</c:f>
              <c:strCache>
                <c:ptCount val="1"/>
                <c:pt idx="0">
                  <c:v>Task resource-time+≤1% missed work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elete val="1"/>
          </c:dLbls>
          <c:xVal>
            <c:numRef>
              <c:f>[fig3.xlsx]b!$K$50:$K$58</c:f>
              <c:numCache>
                <c:formatCode>General</c:formatCode>
                <c:ptCount val="9"/>
                <c:pt idx="0">
                  <c:v>0.0921600497850772</c:v>
                </c:pt>
                <c:pt idx="1">
                  <c:v>0.184320099570154</c:v>
                </c:pt>
                <c:pt idx="2">
                  <c:v>0.368640199140308</c:v>
                </c:pt>
                <c:pt idx="3">
                  <c:v>0.737280398280617</c:v>
                </c:pt>
                <c:pt idx="4">
                  <c:v>1.47456079656123</c:v>
                </c:pt>
                <c:pt idx="5">
                  <c:v>2.21184119484185</c:v>
                </c:pt>
                <c:pt idx="6">
                  <c:v>2.94912159312247</c:v>
                </c:pt>
                <c:pt idx="7">
                  <c:v>4.4236823896837</c:v>
                </c:pt>
                <c:pt idx="8">
                  <c:v>5.89824318624494</c:v>
                </c:pt>
              </c:numCache>
            </c:numRef>
          </c:xVal>
          <c:yVal>
            <c:numRef>
              <c:f>[fig3.xlsx]b!$N$50:$N$58</c:f>
              <c:numCache>
                <c:formatCode>General</c:formatCode>
                <c:ptCount val="9"/>
                <c:pt idx="0">
                  <c:v>0.973657279216825</c:v>
                </c:pt>
                <c:pt idx="1">
                  <c:v>0.973657279216825</c:v>
                </c:pt>
                <c:pt idx="2">
                  <c:v>0.973657279216825</c:v>
                </c:pt>
                <c:pt idx="3">
                  <c:v>0.973657279216825</c:v>
                </c:pt>
                <c:pt idx="4">
                  <c:v>0.973657279216825</c:v>
                </c:pt>
                <c:pt idx="5">
                  <c:v>0.694215171125868</c:v>
                </c:pt>
                <c:pt idx="6">
                  <c:v>0.448199865320637</c:v>
                </c:pt>
                <c:pt idx="7">
                  <c:v>0.0066406435950121</c:v>
                </c:pt>
                <c:pt idx="8">
                  <c:v>0</c:v>
                </c:pt>
              </c:numCache>
            </c:numRef>
          </c:yVal>
          <c:smooth val="1"/>
        </c:ser>
        <c:ser>
          <c:idx val="3"/>
          <c:order val="3"/>
          <c:tx>
            <c:strRef>
              <c:f>[fig3.xlsx]b!$O$49</c:f>
              <c:strCache>
                <c:ptCount val="1"/>
                <c:pt idx="0">
                  <c:v>Task resource-time+Zero missed work</c:v>
                </c:pt>
              </c:strCache>
            </c:strRef>
          </c:tx>
          <c:spPr>
            <a:ln w="19050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circle"/>
            <c:size val="8"/>
            <c:spPr>
              <a:noFill/>
              <a:ln w="19050">
                <a:solidFill>
                  <a:srgbClr val="FFC000"/>
                </a:solidFill>
              </a:ln>
              <a:effectLst/>
            </c:spPr>
          </c:marker>
          <c:dLbls>
            <c:delete val="1"/>
          </c:dLbls>
          <c:xVal>
            <c:numRef>
              <c:f>[fig3.xlsx]b!$K$50:$K$58</c:f>
              <c:numCache>
                <c:formatCode>General</c:formatCode>
                <c:ptCount val="9"/>
                <c:pt idx="0">
                  <c:v>0.0921600497850772</c:v>
                </c:pt>
                <c:pt idx="1">
                  <c:v>0.184320099570154</c:v>
                </c:pt>
                <c:pt idx="2">
                  <c:v>0.368640199140308</c:v>
                </c:pt>
                <c:pt idx="3">
                  <c:v>0.737280398280617</c:v>
                </c:pt>
                <c:pt idx="4">
                  <c:v>1.47456079656123</c:v>
                </c:pt>
                <c:pt idx="5">
                  <c:v>2.21184119484185</c:v>
                </c:pt>
                <c:pt idx="6">
                  <c:v>2.94912159312247</c:v>
                </c:pt>
                <c:pt idx="7">
                  <c:v>4.4236823896837</c:v>
                </c:pt>
                <c:pt idx="8">
                  <c:v>5.89824318624494</c:v>
                </c:pt>
              </c:numCache>
            </c:numRef>
          </c:xVal>
          <c:yVal>
            <c:numRef>
              <c:f>[fig3.xlsx]b!$O$50:$O$58</c:f>
              <c:numCache>
                <c:formatCode>General</c:formatCode>
                <c:ptCount val="9"/>
                <c:pt idx="0">
                  <c:v>0.973657279216825</c:v>
                </c:pt>
                <c:pt idx="1">
                  <c:v>0.973657279216825</c:v>
                </c:pt>
                <c:pt idx="2">
                  <c:v>0.973657279216825</c:v>
                </c:pt>
                <c:pt idx="3">
                  <c:v>0.973657279216825</c:v>
                </c:pt>
                <c:pt idx="4">
                  <c:v>0.973657279216825</c:v>
                </c:pt>
                <c:pt idx="5">
                  <c:v>0.694215171125868</c:v>
                </c:pt>
                <c:pt idx="6">
                  <c:v>0.448199865320637</c:v>
                </c:pt>
                <c:pt idx="7">
                  <c:v>0.0066406435950121</c:v>
                </c:pt>
                <c:pt idx="8">
                  <c:v>0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4541456"/>
        <c:axId val="789033212"/>
      </c:scatterChart>
      <c:valAx>
        <c:axId val="484541456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ysClr val="window" lastClr="FFFFFF">
                  <a:lumMod val="95000"/>
                </a:sys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Tested request (kW)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" lastClr="FFFFFF">
                <a:lumMod val="7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789033212"/>
        <c:crosses val="autoZero"/>
        <c:crossBetween val="midCat"/>
      </c:valAx>
      <c:valAx>
        <c:axId val="7890332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ysClr val="window" lastClr="FFFFFF">
                  <a:lumMod val="95000"/>
                </a:sys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Success-probability lower bound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" lastClr="FFFFFF">
                <a:lumMod val="7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84541456"/>
        <c:crosses val="autoZero"/>
        <c:crossBetween val="midCat"/>
      </c:valAx>
      <c:spPr>
        <a:noFill/>
        <a:ln w="9525" cap="flat" cmpd="sng" algn="ctr">
          <a:solidFill>
            <a:sysClr val="window" lastClr="FFFFFF">
              <a:lumMod val="75000"/>
            </a:sysClr>
          </a:solidFill>
          <a:round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13559033684927"/>
          <c:y val="0.591617040769583"/>
          <c:w val="0.492854712487241"/>
          <c:h val="0.27966101694915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e52716c-0eb8-4a07-80ee-f673dddcd23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5021566857257"/>
          <c:y val="0.195460122699387"/>
          <c:w val="0.721938007824255"/>
          <c:h val="0.6384049079754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'[fig3.xlsx]c'!$C$11</c:f>
              <c:strCache>
                <c:ptCount val="1"/>
                <c:pt idx="0">
                  <c:v>Immediate shortage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  <a:alpha val="60000"/>
              </a:schemeClr>
            </a:solidFill>
            <a:ln>
              <a:solidFill>
                <a:schemeClr val="accent3"/>
              </a:solidFill>
            </a:ln>
            <a:effectLst/>
          </c:spPr>
          <c:invertIfNegative val="0"/>
          <c:dLbls>
            <c:delete val="1"/>
          </c:dLbls>
          <c:cat>
            <c:strRef>
              <c:f>'[fig3.xlsx]c'!$B$12:$B$16</c:f>
              <c:strCache>
                <c:ptCount val="5"/>
                <c:pt idx="0">
                  <c:v>80/ref/10</c:v>
                </c:pt>
                <c:pt idx="1">
                  <c:v>65/tight/20</c:v>
                </c:pt>
                <c:pt idx="2">
                  <c:v>65/tight/10</c:v>
                </c:pt>
                <c:pt idx="3">
                  <c:v>65/ref/10</c:v>
                </c:pt>
                <c:pt idx="4">
                  <c:v>50/ref/10</c:v>
                </c:pt>
              </c:strCache>
            </c:strRef>
          </c:cat>
          <c:val>
            <c:numRef>
              <c:f>'[fig3.xlsx]c'!$C$12:$C$16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'[fig3.xlsx]c'!$D$11</c:f>
              <c:strCache>
                <c:ptCount val="1"/>
                <c:pt idx="0">
                  <c:v>PI feasible; causal failure</c:v>
                </c:pt>
              </c:strCache>
            </c:strRef>
          </c:tx>
          <c:spPr>
            <a:solidFill>
              <a:srgbClr val="FDDDD2">
                <a:alpha val="60000"/>
              </a:srgbClr>
            </a:solidFill>
            <a:ln>
              <a:solidFill>
                <a:srgbClr val="F7714B">
                  <a:alpha val="50000"/>
                </a:srgbClr>
              </a:solidFill>
            </a:ln>
            <a:effectLst/>
          </c:spPr>
          <c:invertIfNegative val="0"/>
          <c:dLbls>
            <c:delete val="1"/>
          </c:dLbls>
          <c:cat>
            <c:strRef>
              <c:f>'[fig3.xlsx]c'!$B$12:$B$16</c:f>
              <c:strCache>
                <c:ptCount val="5"/>
                <c:pt idx="0">
                  <c:v>80/ref/10</c:v>
                </c:pt>
                <c:pt idx="1">
                  <c:v>65/tight/20</c:v>
                </c:pt>
                <c:pt idx="2">
                  <c:v>65/tight/10</c:v>
                </c:pt>
                <c:pt idx="3">
                  <c:v>65/ref/10</c:v>
                </c:pt>
                <c:pt idx="4">
                  <c:v>50/ref/10</c:v>
                </c:pt>
              </c:strCache>
            </c:strRef>
          </c:cat>
          <c:val>
            <c:numRef>
              <c:f>'[fig3.xlsx]c'!$D$12:$D$16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'[fig3.xlsx]c'!$E$11</c:f>
              <c:strCache>
                <c:ptCount val="1"/>
                <c:pt idx="0">
                  <c:v>Other infeasible</c:v>
                </c:pt>
              </c:strCache>
            </c:strRef>
          </c:tx>
          <c:spPr>
            <a:solidFill>
              <a:schemeClr val="bg2">
                <a:lumMod val="90000"/>
                <a:alpha val="60000"/>
              </a:schemeClr>
            </a:solidFill>
            <a:ln>
              <a:solidFill>
                <a:srgbClr val="757E86">
                  <a:alpha val="50000"/>
                </a:srgbClr>
              </a:solidFill>
            </a:ln>
            <a:effectLst/>
          </c:spPr>
          <c:invertIfNegative val="0"/>
          <c:dLbls>
            <c:delete val="1"/>
          </c:dLbls>
          <c:cat>
            <c:strRef>
              <c:f>'[fig3.xlsx]c'!$B$12:$B$16</c:f>
              <c:strCache>
                <c:ptCount val="5"/>
                <c:pt idx="0">
                  <c:v>80/ref/10</c:v>
                </c:pt>
                <c:pt idx="1">
                  <c:v>65/tight/20</c:v>
                </c:pt>
                <c:pt idx="2">
                  <c:v>65/tight/10</c:v>
                </c:pt>
                <c:pt idx="3">
                  <c:v>65/ref/10</c:v>
                </c:pt>
                <c:pt idx="4">
                  <c:v>50/ref/10</c:v>
                </c:pt>
              </c:strCache>
            </c:strRef>
          </c:cat>
          <c:val>
            <c:numRef>
              <c:f>'[fig3.xlsx]c'!$E$12:$E$16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'[fig3.xlsx]c'!$F$11</c:f>
              <c:strCache>
                <c:ptCount val="1"/>
                <c:pt idx="0">
                  <c:v>Both feasible</c:v>
                </c:pt>
              </c:strCache>
            </c:strRef>
          </c:tx>
          <c:spPr>
            <a:solidFill>
              <a:srgbClr val="6E6ECF">
                <a:alpha val="60000"/>
              </a:srgbClr>
            </a:solidFill>
            <a:ln>
              <a:solidFill>
                <a:srgbClr val="6E6ECF"/>
              </a:solidFill>
            </a:ln>
            <a:effectLst/>
          </c:spPr>
          <c:invertIfNegative val="0"/>
          <c:dLbls>
            <c:delete val="1"/>
          </c:dLbls>
          <c:cat>
            <c:strRef>
              <c:f>'[fig3.xlsx]c'!$B$12:$B$16</c:f>
              <c:strCache>
                <c:ptCount val="5"/>
                <c:pt idx="0">
                  <c:v>80/ref/10</c:v>
                </c:pt>
                <c:pt idx="1">
                  <c:v>65/tight/20</c:v>
                </c:pt>
                <c:pt idx="2">
                  <c:v>65/tight/10</c:v>
                </c:pt>
                <c:pt idx="3">
                  <c:v>65/ref/10</c:v>
                </c:pt>
                <c:pt idx="4">
                  <c:v>50/ref/10</c:v>
                </c:pt>
              </c:strCache>
            </c:strRef>
          </c:cat>
          <c:val>
            <c:numRef>
              <c:f>'[fig3.xlsx]c'!$F$12:$F$16</c:f>
              <c:numCache>
                <c:formatCode>General</c:formatCode>
                <c:ptCount val="5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100"/>
        <c:axId val="765234830"/>
        <c:axId val="232182152"/>
      </c:barChart>
      <c:catAx>
        <c:axId val="765234830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Utilisation / deadline / GPU share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232182152"/>
        <c:crosses val="autoZero"/>
        <c:auto val="1"/>
        <c:lblAlgn val="ctr"/>
        <c:lblOffset val="100"/>
        <c:noMultiLvlLbl val="0"/>
      </c:catAx>
      <c:valAx>
        <c:axId val="232182152"/>
        <c:scaling>
          <c:orientation val="minMax"/>
          <c:max val="3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Cases at 5.90 kW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765234830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048249573678403"/>
          <c:y val="0.00365307565401838"/>
          <c:w val="0.933895074731668"/>
          <c:h val="0.1602639641762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df4df51-027f-414c-a6e9-b2add634ec17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7148817802503"/>
          <c:y val="0.0202753441802253"/>
          <c:w val="0.766921650440426"/>
          <c:h val="0.823128911138924"/>
        </c:manualLayout>
      </c:layout>
      <c:scatterChart>
        <c:scatterStyle val="marker"/>
        <c:varyColors val="0"/>
        <c:ser>
          <c:idx val="0"/>
          <c:order val="0"/>
          <c:tx>
            <c:strRef>
              <c:f>[fig3.xlsx]d!$C$19</c:f>
              <c:strCache>
                <c:ptCount val="1"/>
                <c:pt idx="0">
                  <c:v>B列 (圆圈X值)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xVal>
            <c:numRef>
              <c:f>[fig3.xlsx]d!$C$20:$C$23</c:f>
              <c:numCache>
                <c:formatCode>General</c:formatCode>
                <c:ptCount val="4"/>
                <c:pt idx="0">
                  <c:v>54</c:v>
                </c:pt>
                <c:pt idx="1">
                  <c:v>31</c:v>
                </c:pt>
                <c:pt idx="2">
                  <c:v>80</c:v>
                </c:pt>
                <c:pt idx="3">
                  <c:v>80</c:v>
                </c:pt>
              </c:numCache>
            </c:numRef>
          </c:xVal>
          <c:yVal>
            <c:numRef>
              <c:f>[fig3.xlsx]d!$B$20:$B$23</c:f>
              <c:numCache>
                <c:formatCode>General</c:formatCode>
                <c:ptCount val="4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[fig3.xlsx]d!$D$19</c:f>
              <c:strCache>
                <c:ptCount val="1"/>
                <c:pt idx="0">
                  <c:v>C列 (方块X值)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square"/>
            <c:size val="10"/>
            <c:spPr>
              <a:noFill/>
              <a:ln w="31750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[fig3.xlsx]d!$D$20:$D$23</c:f>
              <c:numCache>
                <c:formatCode>General</c:formatCode>
                <c:ptCount val="4"/>
                <c:pt idx="0">
                  <c:v>55</c:v>
                </c:pt>
                <c:pt idx="1">
                  <c:v>31</c:v>
                </c:pt>
                <c:pt idx="2">
                  <c:v>80</c:v>
                </c:pt>
                <c:pt idx="3">
                  <c:v>80</c:v>
                </c:pt>
              </c:numCache>
            </c:numRef>
          </c:xVal>
          <c:yVal>
            <c:numRef>
              <c:f>[fig3.xlsx]d!$B$20:$B$23</c:f>
              <c:numCache>
                <c:formatCode>General</c:formatCode>
                <c:ptCount val="4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d!$F$20:$F$23</c15:f>
                <c15:dlblRangeCache>
                  <c:ptCount val="4"/>
                  <c:pt idx="0">
                    <c:v>54 / 55</c:v>
                  </c:pt>
                  <c:pt idx="1">
                    <c:v>31</c:v>
                  </c:pt>
                  <c:pt idx="2">
                    <c:v>80</c:v>
                  </c:pt>
                  <c:pt idx="3">
                    <c:v>80</c:v>
                  </c:pt>
                </c15:dlblRangeCache>
              </c15:datalabelsRange>
            </c:ext>
          </c:extLst>
        </c:ser>
        <c:ser>
          <c:idx val="2"/>
          <c:order val="2"/>
          <c:tx>
            <c:strRef>
              <c:f>[fig3.xlsx]d!$A$19</c:f>
              <c:strCache>
                <c:ptCount val="1"/>
                <c:pt idx="0">
                  <c:v>Y轴文字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layout/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/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/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"/>
              <c:layout/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[fig3.xlsx]d!$A$20:$A$23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xVal>
          <c:yVal>
            <c:numRef>
              <c:f>[fig3.xlsx]d!$B$20:$B$23</c:f>
              <c:numCache>
                <c:formatCode>General</c:formatCode>
                <c:ptCount val="4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d!$E$20:$E$23</c15:f>
                <c15:dlblRangeCache>
                  <c:ptCount val="4"/>
                  <c:pt idx="0">
                    <c:v>GPU-h: permuted</c:v>
                  </c:pt>
                  <c:pt idx="1">
                    <c:v>GPU-h: original</c:v>
                  </c:pt>
                  <c:pt idx="2">
                    <c:v>Counts: permuted</c:v>
                  </c:pt>
                  <c:pt idx="3">
                    <c:v>Counts: original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6168276"/>
        <c:axId val="324961305"/>
      </c:scatterChart>
      <c:valAx>
        <c:axId val="6861682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Successes at 2.95 kW (out of 80)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24961305"/>
        <c:crosses val="autoZero"/>
        <c:crossBetween val="midCat"/>
      </c:valAx>
      <c:valAx>
        <c:axId val="32496130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686168276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2e4168b-82cd-43f0-a43e-ba4d8ecada9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81052631578947"/>
          <c:y val="0.0509259259259259"/>
          <c:w val="0.899263157894737"/>
          <c:h val="0.814907407407407"/>
        </c:manualLayout>
      </c:layout>
      <c:areaChart>
        <c:grouping val="standard"/>
        <c:varyColors val="0"/>
        <c:ser>
          <c:idx val="0"/>
          <c:order val="0"/>
          <c:tx>
            <c:strRef>
              <c:f>'c'!$Q$1</c:f>
              <c:strCache>
                <c:ptCount val="1"/>
                <c:pt idx="0">
                  <c:v>mianji</c:v>
                </c:pt>
              </c:strCache>
            </c:strRef>
          </c:tx>
          <c:spPr>
            <a:solidFill>
              <a:schemeClr val="bg2">
                <a:alpha val="60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'c'!$P$2:$P$225</c:f>
              <c:numCache>
                <c:formatCode>General</c:formatCode>
                <c:ptCount val="2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74.99999999999</c:v>
                </c:pt>
                <c:pt idx="76">
                  <c:v>75</c:v>
                </c:pt>
                <c:pt idx="77">
                  <c:v>76</c:v>
                </c:pt>
                <c:pt idx="78">
                  <c:v>77</c:v>
                </c:pt>
                <c:pt idx="79">
                  <c:v>78</c:v>
                </c:pt>
                <c:pt idx="80">
                  <c:v>79</c:v>
                </c:pt>
                <c:pt idx="81">
                  <c:v>80</c:v>
                </c:pt>
                <c:pt idx="82">
                  <c:v>81</c:v>
                </c:pt>
                <c:pt idx="83">
                  <c:v>82</c:v>
                </c:pt>
                <c:pt idx="84">
                  <c:v>83</c:v>
                </c:pt>
                <c:pt idx="85">
                  <c:v>83.000000001</c:v>
                </c:pt>
                <c:pt idx="86">
                  <c:v>84</c:v>
                </c:pt>
                <c:pt idx="87">
                  <c:v>85</c:v>
                </c:pt>
                <c:pt idx="88">
                  <c:v>86</c:v>
                </c:pt>
                <c:pt idx="89">
                  <c:v>87</c:v>
                </c:pt>
                <c:pt idx="90">
                  <c:v>88</c:v>
                </c:pt>
                <c:pt idx="91">
                  <c:v>89</c:v>
                </c:pt>
                <c:pt idx="92">
                  <c:v>90</c:v>
                </c:pt>
                <c:pt idx="93">
                  <c:v>90.999999999</c:v>
                </c:pt>
                <c:pt idx="94">
                  <c:v>91</c:v>
                </c:pt>
                <c:pt idx="95">
                  <c:v>92</c:v>
                </c:pt>
                <c:pt idx="96">
                  <c:v>93</c:v>
                </c:pt>
                <c:pt idx="97">
                  <c:v>94</c:v>
                </c:pt>
                <c:pt idx="98">
                  <c:v>95</c:v>
                </c:pt>
                <c:pt idx="99">
                  <c:v>96</c:v>
                </c:pt>
                <c:pt idx="100">
                  <c:v>97</c:v>
                </c:pt>
                <c:pt idx="101">
                  <c:v>98</c:v>
                </c:pt>
                <c:pt idx="102">
                  <c:v>99</c:v>
                </c:pt>
                <c:pt idx="103">
                  <c:v>99.00000000001</c:v>
                </c:pt>
                <c:pt idx="104">
                  <c:v>100</c:v>
                </c:pt>
                <c:pt idx="105">
                  <c:v>101</c:v>
                </c:pt>
                <c:pt idx="106">
                  <c:v>102</c:v>
                </c:pt>
                <c:pt idx="107">
                  <c:v>103</c:v>
                </c:pt>
                <c:pt idx="108">
                  <c:v>104</c:v>
                </c:pt>
                <c:pt idx="109">
                  <c:v>105</c:v>
                </c:pt>
                <c:pt idx="110">
                  <c:v>106</c:v>
                </c:pt>
                <c:pt idx="111">
                  <c:v>106.99999999</c:v>
                </c:pt>
                <c:pt idx="112">
                  <c:v>107</c:v>
                </c:pt>
                <c:pt idx="113">
                  <c:v>108</c:v>
                </c:pt>
                <c:pt idx="114">
                  <c:v>109</c:v>
                </c:pt>
                <c:pt idx="115">
                  <c:v>110</c:v>
                </c:pt>
                <c:pt idx="116">
                  <c:v>111</c:v>
                </c:pt>
                <c:pt idx="117">
                  <c:v>112</c:v>
                </c:pt>
                <c:pt idx="118">
                  <c:v>113</c:v>
                </c:pt>
                <c:pt idx="119">
                  <c:v>114</c:v>
                </c:pt>
                <c:pt idx="120">
                  <c:v>115</c:v>
                </c:pt>
                <c:pt idx="121">
                  <c:v>115.00000001</c:v>
                </c:pt>
                <c:pt idx="122">
                  <c:v>116</c:v>
                </c:pt>
                <c:pt idx="123">
                  <c:v>117</c:v>
                </c:pt>
                <c:pt idx="124">
                  <c:v>118</c:v>
                </c:pt>
                <c:pt idx="125">
                  <c:v>119</c:v>
                </c:pt>
                <c:pt idx="126">
                  <c:v>120</c:v>
                </c:pt>
                <c:pt idx="127">
                  <c:v>121</c:v>
                </c:pt>
                <c:pt idx="128">
                  <c:v>122</c:v>
                </c:pt>
                <c:pt idx="129">
                  <c:v>122.99999999</c:v>
                </c:pt>
                <c:pt idx="130">
                  <c:v>123</c:v>
                </c:pt>
                <c:pt idx="131">
                  <c:v>124</c:v>
                </c:pt>
                <c:pt idx="132">
                  <c:v>125</c:v>
                </c:pt>
                <c:pt idx="133">
                  <c:v>126</c:v>
                </c:pt>
                <c:pt idx="134">
                  <c:v>127</c:v>
                </c:pt>
                <c:pt idx="135">
                  <c:v>128</c:v>
                </c:pt>
                <c:pt idx="136">
                  <c:v>129</c:v>
                </c:pt>
                <c:pt idx="137">
                  <c:v>130</c:v>
                </c:pt>
                <c:pt idx="138">
                  <c:v>131</c:v>
                </c:pt>
                <c:pt idx="139">
                  <c:v>131.000000001</c:v>
                </c:pt>
                <c:pt idx="140">
                  <c:v>132</c:v>
                </c:pt>
                <c:pt idx="141">
                  <c:v>133</c:v>
                </c:pt>
                <c:pt idx="142">
                  <c:v>134</c:v>
                </c:pt>
                <c:pt idx="143">
                  <c:v>135</c:v>
                </c:pt>
                <c:pt idx="144">
                  <c:v>136</c:v>
                </c:pt>
                <c:pt idx="145">
                  <c:v>137</c:v>
                </c:pt>
                <c:pt idx="146">
                  <c:v>138</c:v>
                </c:pt>
                <c:pt idx="147">
                  <c:v>139</c:v>
                </c:pt>
                <c:pt idx="148">
                  <c:v>140</c:v>
                </c:pt>
                <c:pt idx="149">
                  <c:v>141</c:v>
                </c:pt>
                <c:pt idx="150">
                  <c:v>142</c:v>
                </c:pt>
                <c:pt idx="151">
                  <c:v>143</c:v>
                </c:pt>
                <c:pt idx="152">
                  <c:v>144</c:v>
                </c:pt>
                <c:pt idx="153">
                  <c:v>145</c:v>
                </c:pt>
                <c:pt idx="154">
                  <c:v>146</c:v>
                </c:pt>
                <c:pt idx="155">
                  <c:v>147</c:v>
                </c:pt>
                <c:pt idx="156">
                  <c:v>148</c:v>
                </c:pt>
                <c:pt idx="157">
                  <c:v>149</c:v>
                </c:pt>
                <c:pt idx="158">
                  <c:v>150</c:v>
                </c:pt>
                <c:pt idx="159">
                  <c:v>151</c:v>
                </c:pt>
                <c:pt idx="160">
                  <c:v>152</c:v>
                </c:pt>
                <c:pt idx="161">
                  <c:v>153</c:v>
                </c:pt>
                <c:pt idx="162">
                  <c:v>154</c:v>
                </c:pt>
                <c:pt idx="163">
                  <c:v>155</c:v>
                </c:pt>
                <c:pt idx="164">
                  <c:v>156</c:v>
                </c:pt>
                <c:pt idx="165">
                  <c:v>157</c:v>
                </c:pt>
                <c:pt idx="166">
                  <c:v>158</c:v>
                </c:pt>
                <c:pt idx="167">
                  <c:v>159</c:v>
                </c:pt>
                <c:pt idx="168">
                  <c:v>160</c:v>
                </c:pt>
                <c:pt idx="169">
                  <c:v>161</c:v>
                </c:pt>
                <c:pt idx="170">
                  <c:v>162</c:v>
                </c:pt>
                <c:pt idx="171">
                  <c:v>163</c:v>
                </c:pt>
                <c:pt idx="172">
                  <c:v>164</c:v>
                </c:pt>
                <c:pt idx="173">
                  <c:v>165</c:v>
                </c:pt>
                <c:pt idx="174">
                  <c:v>166</c:v>
                </c:pt>
                <c:pt idx="175">
                  <c:v>167.9999999999</c:v>
                </c:pt>
                <c:pt idx="176">
                  <c:v>168</c:v>
                </c:pt>
                <c:pt idx="177">
                  <c:v>169</c:v>
                </c:pt>
                <c:pt idx="178">
                  <c:v>170</c:v>
                </c:pt>
                <c:pt idx="179">
                  <c:v>171</c:v>
                </c:pt>
                <c:pt idx="180">
                  <c:v>172</c:v>
                </c:pt>
                <c:pt idx="181">
                  <c:v>173</c:v>
                </c:pt>
                <c:pt idx="182">
                  <c:v>174</c:v>
                </c:pt>
                <c:pt idx="183">
                  <c:v>175</c:v>
                </c:pt>
                <c:pt idx="184">
                  <c:v>176</c:v>
                </c:pt>
                <c:pt idx="185">
                  <c:v>177</c:v>
                </c:pt>
                <c:pt idx="186">
                  <c:v>178</c:v>
                </c:pt>
                <c:pt idx="187">
                  <c:v>179</c:v>
                </c:pt>
                <c:pt idx="188">
                  <c:v>180</c:v>
                </c:pt>
                <c:pt idx="189">
                  <c:v>181</c:v>
                </c:pt>
                <c:pt idx="190">
                  <c:v>182</c:v>
                </c:pt>
                <c:pt idx="191">
                  <c:v>183</c:v>
                </c:pt>
                <c:pt idx="192">
                  <c:v>184</c:v>
                </c:pt>
                <c:pt idx="193">
                  <c:v>185</c:v>
                </c:pt>
                <c:pt idx="194">
                  <c:v>186</c:v>
                </c:pt>
                <c:pt idx="195">
                  <c:v>187</c:v>
                </c:pt>
                <c:pt idx="196">
                  <c:v>188</c:v>
                </c:pt>
                <c:pt idx="197">
                  <c:v>189</c:v>
                </c:pt>
                <c:pt idx="198">
                  <c:v>190</c:v>
                </c:pt>
                <c:pt idx="199">
                  <c:v>191</c:v>
                </c:pt>
                <c:pt idx="200">
                  <c:v>192</c:v>
                </c:pt>
                <c:pt idx="201">
                  <c:v>193</c:v>
                </c:pt>
                <c:pt idx="202">
                  <c:v>194</c:v>
                </c:pt>
                <c:pt idx="203">
                  <c:v>195</c:v>
                </c:pt>
                <c:pt idx="204">
                  <c:v>196</c:v>
                </c:pt>
                <c:pt idx="205">
                  <c:v>197</c:v>
                </c:pt>
                <c:pt idx="206">
                  <c:v>198</c:v>
                </c:pt>
                <c:pt idx="207">
                  <c:v>199</c:v>
                </c:pt>
                <c:pt idx="208">
                  <c:v>200</c:v>
                </c:pt>
                <c:pt idx="209">
                  <c:v>201</c:v>
                </c:pt>
                <c:pt idx="210">
                  <c:v>202</c:v>
                </c:pt>
                <c:pt idx="211">
                  <c:v>203</c:v>
                </c:pt>
                <c:pt idx="212">
                  <c:v>204</c:v>
                </c:pt>
                <c:pt idx="213">
                  <c:v>205</c:v>
                </c:pt>
                <c:pt idx="214">
                  <c:v>206</c:v>
                </c:pt>
                <c:pt idx="215">
                  <c:v>207</c:v>
                </c:pt>
                <c:pt idx="216">
                  <c:v>208</c:v>
                </c:pt>
                <c:pt idx="217">
                  <c:v>209</c:v>
                </c:pt>
                <c:pt idx="218">
                  <c:v>210</c:v>
                </c:pt>
                <c:pt idx="219">
                  <c:v>211</c:v>
                </c:pt>
                <c:pt idx="220">
                  <c:v>212</c:v>
                </c:pt>
                <c:pt idx="221">
                  <c:v>213</c:v>
                </c:pt>
                <c:pt idx="222">
                  <c:v>214</c:v>
                </c:pt>
                <c:pt idx="223">
                  <c:v>215</c:v>
                </c:pt>
              </c:numCache>
            </c:numRef>
          </c:cat>
          <c:val>
            <c:numRef>
              <c:f>'c'!$Q$2:$Q$225</c:f>
              <c:numCache>
                <c:formatCode>General</c:formatCode>
                <c:ptCount val="2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10</c:v>
                </c:pt>
                <c:pt idx="131">
                  <c:v>10</c:v>
                </c:pt>
                <c:pt idx="132">
                  <c:v>10</c:v>
                </c:pt>
                <c:pt idx="133">
                  <c:v>10</c:v>
                </c:pt>
                <c:pt idx="134">
                  <c:v>10</c:v>
                </c:pt>
                <c:pt idx="135">
                  <c:v>10</c:v>
                </c:pt>
                <c:pt idx="136">
                  <c:v>10</c:v>
                </c:pt>
                <c:pt idx="137">
                  <c:v>10</c:v>
                </c:pt>
                <c:pt idx="138">
                  <c:v>10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10</c:v>
                </c:pt>
                <c:pt idx="177">
                  <c:v>10</c:v>
                </c:pt>
                <c:pt idx="178">
                  <c:v>10</c:v>
                </c:pt>
                <c:pt idx="179">
                  <c:v>10</c:v>
                </c:pt>
                <c:pt idx="180">
                  <c:v>10</c:v>
                </c:pt>
                <c:pt idx="181">
                  <c:v>10</c:v>
                </c:pt>
                <c:pt idx="182">
                  <c:v>10</c:v>
                </c:pt>
                <c:pt idx="183">
                  <c:v>10</c:v>
                </c:pt>
                <c:pt idx="184">
                  <c:v>10</c:v>
                </c:pt>
                <c:pt idx="185">
                  <c:v>10</c:v>
                </c:pt>
                <c:pt idx="186">
                  <c:v>10</c:v>
                </c:pt>
                <c:pt idx="187">
                  <c:v>10</c:v>
                </c:pt>
                <c:pt idx="188">
                  <c:v>10</c:v>
                </c:pt>
                <c:pt idx="189">
                  <c:v>10</c:v>
                </c:pt>
                <c:pt idx="190">
                  <c:v>10</c:v>
                </c:pt>
                <c:pt idx="191">
                  <c:v>10</c:v>
                </c:pt>
                <c:pt idx="192">
                  <c:v>10</c:v>
                </c:pt>
                <c:pt idx="193">
                  <c:v>10</c:v>
                </c:pt>
                <c:pt idx="194">
                  <c:v>10</c:v>
                </c:pt>
                <c:pt idx="195">
                  <c:v>10</c:v>
                </c:pt>
                <c:pt idx="196">
                  <c:v>10</c:v>
                </c:pt>
                <c:pt idx="197">
                  <c:v>10</c:v>
                </c:pt>
                <c:pt idx="198">
                  <c:v>10</c:v>
                </c:pt>
                <c:pt idx="199">
                  <c:v>10</c:v>
                </c:pt>
                <c:pt idx="200">
                  <c:v>10</c:v>
                </c:pt>
                <c:pt idx="201">
                  <c:v>10</c:v>
                </c:pt>
                <c:pt idx="202">
                  <c:v>10</c:v>
                </c:pt>
                <c:pt idx="203">
                  <c:v>10</c:v>
                </c:pt>
                <c:pt idx="204">
                  <c:v>10</c:v>
                </c:pt>
                <c:pt idx="205">
                  <c:v>10</c:v>
                </c:pt>
                <c:pt idx="206">
                  <c:v>10</c:v>
                </c:pt>
                <c:pt idx="207">
                  <c:v>10</c:v>
                </c:pt>
                <c:pt idx="208">
                  <c:v>10</c:v>
                </c:pt>
                <c:pt idx="209">
                  <c:v>10</c:v>
                </c:pt>
                <c:pt idx="210">
                  <c:v>10</c:v>
                </c:pt>
                <c:pt idx="211">
                  <c:v>10</c:v>
                </c:pt>
                <c:pt idx="212">
                  <c:v>10</c:v>
                </c:pt>
                <c:pt idx="213">
                  <c:v>10</c:v>
                </c:pt>
                <c:pt idx="214">
                  <c:v>10</c:v>
                </c:pt>
                <c:pt idx="215">
                  <c:v>10</c:v>
                </c:pt>
                <c:pt idx="216">
                  <c:v>10</c:v>
                </c:pt>
                <c:pt idx="217">
                  <c:v>10</c:v>
                </c:pt>
                <c:pt idx="218">
                  <c:v>10</c:v>
                </c:pt>
                <c:pt idx="219">
                  <c:v>10</c:v>
                </c:pt>
                <c:pt idx="220">
                  <c:v>10</c:v>
                </c:pt>
                <c:pt idx="221">
                  <c:v>10</c:v>
                </c:pt>
                <c:pt idx="222">
                  <c:v>10</c:v>
                </c:pt>
                <c:pt idx="22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3360445"/>
        <c:axId val="770453805"/>
      </c:areaChart>
      <c:catAx>
        <c:axId val="193360445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70453805"/>
        <c:crosses val="autoZero"/>
        <c:auto val="1"/>
        <c:lblAlgn val="ctr"/>
        <c:lblOffset val="100"/>
        <c:noMultiLvlLbl val="0"/>
      </c:catAx>
      <c:valAx>
        <c:axId val="770453805"/>
        <c:scaling>
          <c:orientation val="minMax"/>
          <c:max val="1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36044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d0da84fd-92bf-4373-a7f7-dba6505fb62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81052631578947"/>
          <c:y val="0.0509259259259259"/>
          <c:w val="0.899263157894737"/>
          <c:h val="0.814907407407407"/>
        </c:manualLayout>
      </c:layout>
      <c:areaChart>
        <c:grouping val="standard"/>
        <c:varyColors val="0"/>
        <c:ser>
          <c:idx val="0"/>
          <c:order val="0"/>
          <c:tx>
            <c:strRef>
              <c:f>'c'!$Q$1</c:f>
              <c:strCache>
                <c:ptCount val="1"/>
                <c:pt idx="0">
                  <c:v>mianji</c:v>
                </c:pt>
              </c:strCache>
            </c:strRef>
          </c:tx>
          <c:spPr>
            <a:solidFill>
              <a:schemeClr val="bg2">
                <a:alpha val="60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'c'!$P$2:$P$225</c:f>
              <c:numCache>
                <c:formatCode>General</c:formatCode>
                <c:ptCount val="2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74.99999999999</c:v>
                </c:pt>
                <c:pt idx="76">
                  <c:v>75</c:v>
                </c:pt>
                <c:pt idx="77">
                  <c:v>76</c:v>
                </c:pt>
                <c:pt idx="78">
                  <c:v>77</c:v>
                </c:pt>
                <c:pt idx="79">
                  <c:v>78</c:v>
                </c:pt>
                <c:pt idx="80">
                  <c:v>79</c:v>
                </c:pt>
                <c:pt idx="81">
                  <c:v>80</c:v>
                </c:pt>
                <c:pt idx="82">
                  <c:v>81</c:v>
                </c:pt>
                <c:pt idx="83">
                  <c:v>82</c:v>
                </c:pt>
                <c:pt idx="84">
                  <c:v>83</c:v>
                </c:pt>
                <c:pt idx="85">
                  <c:v>83.000000001</c:v>
                </c:pt>
                <c:pt idx="86">
                  <c:v>84</c:v>
                </c:pt>
                <c:pt idx="87">
                  <c:v>85</c:v>
                </c:pt>
                <c:pt idx="88">
                  <c:v>86</c:v>
                </c:pt>
                <c:pt idx="89">
                  <c:v>87</c:v>
                </c:pt>
                <c:pt idx="90">
                  <c:v>88</c:v>
                </c:pt>
                <c:pt idx="91">
                  <c:v>89</c:v>
                </c:pt>
                <c:pt idx="92">
                  <c:v>90</c:v>
                </c:pt>
                <c:pt idx="93">
                  <c:v>90.999999999</c:v>
                </c:pt>
                <c:pt idx="94">
                  <c:v>91</c:v>
                </c:pt>
                <c:pt idx="95">
                  <c:v>92</c:v>
                </c:pt>
                <c:pt idx="96">
                  <c:v>93</c:v>
                </c:pt>
                <c:pt idx="97">
                  <c:v>94</c:v>
                </c:pt>
                <c:pt idx="98">
                  <c:v>95</c:v>
                </c:pt>
                <c:pt idx="99">
                  <c:v>96</c:v>
                </c:pt>
                <c:pt idx="100">
                  <c:v>97</c:v>
                </c:pt>
                <c:pt idx="101">
                  <c:v>98</c:v>
                </c:pt>
                <c:pt idx="102">
                  <c:v>99</c:v>
                </c:pt>
                <c:pt idx="103">
                  <c:v>99.00000000001</c:v>
                </c:pt>
                <c:pt idx="104">
                  <c:v>100</c:v>
                </c:pt>
                <c:pt idx="105">
                  <c:v>101</c:v>
                </c:pt>
                <c:pt idx="106">
                  <c:v>102</c:v>
                </c:pt>
                <c:pt idx="107">
                  <c:v>103</c:v>
                </c:pt>
                <c:pt idx="108">
                  <c:v>104</c:v>
                </c:pt>
                <c:pt idx="109">
                  <c:v>105</c:v>
                </c:pt>
                <c:pt idx="110">
                  <c:v>106</c:v>
                </c:pt>
                <c:pt idx="111">
                  <c:v>106.99999999</c:v>
                </c:pt>
                <c:pt idx="112">
                  <c:v>107</c:v>
                </c:pt>
                <c:pt idx="113">
                  <c:v>108</c:v>
                </c:pt>
                <c:pt idx="114">
                  <c:v>109</c:v>
                </c:pt>
                <c:pt idx="115">
                  <c:v>110</c:v>
                </c:pt>
                <c:pt idx="116">
                  <c:v>111</c:v>
                </c:pt>
                <c:pt idx="117">
                  <c:v>112</c:v>
                </c:pt>
                <c:pt idx="118">
                  <c:v>113</c:v>
                </c:pt>
                <c:pt idx="119">
                  <c:v>114</c:v>
                </c:pt>
                <c:pt idx="120">
                  <c:v>115</c:v>
                </c:pt>
                <c:pt idx="121">
                  <c:v>115.00000001</c:v>
                </c:pt>
                <c:pt idx="122">
                  <c:v>116</c:v>
                </c:pt>
                <c:pt idx="123">
                  <c:v>117</c:v>
                </c:pt>
                <c:pt idx="124">
                  <c:v>118</c:v>
                </c:pt>
                <c:pt idx="125">
                  <c:v>119</c:v>
                </c:pt>
                <c:pt idx="126">
                  <c:v>120</c:v>
                </c:pt>
                <c:pt idx="127">
                  <c:v>121</c:v>
                </c:pt>
                <c:pt idx="128">
                  <c:v>122</c:v>
                </c:pt>
                <c:pt idx="129">
                  <c:v>122.99999999</c:v>
                </c:pt>
                <c:pt idx="130">
                  <c:v>123</c:v>
                </c:pt>
                <c:pt idx="131">
                  <c:v>124</c:v>
                </c:pt>
                <c:pt idx="132">
                  <c:v>125</c:v>
                </c:pt>
                <c:pt idx="133">
                  <c:v>126</c:v>
                </c:pt>
                <c:pt idx="134">
                  <c:v>127</c:v>
                </c:pt>
                <c:pt idx="135">
                  <c:v>128</c:v>
                </c:pt>
                <c:pt idx="136">
                  <c:v>129</c:v>
                </c:pt>
                <c:pt idx="137">
                  <c:v>130</c:v>
                </c:pt>
                <c:pt idx="138">
                  <c:v>131</c:v>
                </c:pt>
                <c:pt idx="139">
                  <c:v>131.000000001</c:v>
                </c:pt>
                <c:pt idx="140">
                  <c:v>132</c:v>
                </c:pt>
                <c:pt idx="141">
                  <c:v>133</c:v>
                </c:pt>
                <c:pt idx="142">
                  <c:v>134</c:v>
                </c:pt>
                <c:pt idx="143">
                  <c:v>135</c:v>
                </c:pt>
                <c:pt idx="144">
                  <c:v>136</c:v>
                </c:pt>
                <c:pt idx="145">
                  <c:v>137</c:v>
                </c:pt>
                <c:pt idx="146">
                  <c:v>138</c:v>
                </c:pt>
                <c:pt idx="147">
                  <c:v>139</c:v>
                </c:pt>
                <c:pt idx="148">
                  <c:v>140</c:v>
                </c:pt>
                <c:pt idx="149">
                  <c:v>141</c:v>
                </c:pt>
                <c:pt idx="150">
                  <c:v>142</c:v>
                </c:pt>
                <c:pt idx="151">
                  <c:v>143</c:v>
                </c:pt>
                <c:pt idx="152">
                  <c:v>144</c:v>
                </c:pt>
                <c:pt idx="153">
                  <c:v>145</c:v>
                </c:pt>
                <c:pt idx="154">
                  <c:v>146</c:v>
                </c:pt>
                <c:pt idx="155">
                  <c:v>147</c:v>
                </c:pt>
                <c:pt idx="156">
                  <c:v>148</c:v>
                </c:pt>
                <c:pt idx="157">
                  <c:v>149</c:v>
                </c:pt>
                <c:pt idx="158">
                  <c:v>150</c:v>
                </c:pt>
                <c:pt idx="159">
                  <c:v>151</c:v>
                </c:pt>
                <c:pt idx="160">
                  <c:v>152</c:v>
                </c:pt>
                <c:pt idx="161">
                  <c:v>153</c:v>
                </c:pt>
                <c:pt idx="162">
                  <c:v>154</c:v>
                </c:pt>
                <c:pt idx="163">
                  <c:v>155</c:v>
                </c:pt>
                <c:pt idx="164">
                  <c:v>156</c:v>
                </c:pt>
                <c:pt idx="165">
                  <c:v>157</c:v>
                </c:pt>
                <c:pt idx="166">
                  <c:v>158</c:v>
                </c:pt>
                <c:pt idx="167">
                  <c:v>159</c:v>
                </c:pt>
                <c:pt idx="168">
                  <c:v>160</c:v>
                </c:pt>
                <c:pt idx="169">
                  <c:v>161</c:v>
                </c:pt>
                <c:pt idx="170">
                  <c:v>162</c:v>
                </c:pt>
                <c:pt idx="171">
                  <c:v>163</c:v>
                </c:pt>
                <c:pt idx="172">
                  <c:v>164</c:v>
                </c:pt>
                <c:pt idx="173">
                  <c:v>165</c:v>
                </c:pt>
                <c:pt idx="174">
                  <c:v>166</c:v>
                </c:pt>
                <c:pt idx="175">
                  <c:v>167.9999999999</c:v>
                </c:pt>
                <c:pt idx="176">
                  <c:v>168</c:v>
                </c:pt>
                <c:pt idx="177">
                  <c:v>169</c:v>
                </c:pt>
                <c:pt idx="178">
                  <c:v>170</c:v>
                </c:pt>
                <c:pt idx="179">
                  <c:v>171</c:v>
                </c:pt>
                <c:pt idx="180">
                  <c:v>172</c:v>
                </c:pt>
                <c:pt idx="181">
                  <c:v>173</c:v>
                </c:pt>
                <c:pt idx="182">
                  <c:v>174</c:v>
                </c:pt>
                <c:pt idx="183">
                  <c:v>175</c:v>
                </c:pt>
                <c:pt idx="184">
                  <c:v>176</c:v>
                </c:pt>
                <c:pt idx="185">
                  <c:v>177</c:v>
                </c:pt>
                <c:pt idx="186">
                  <c:v>178</c:v>
                </c:pt>
                <c:pt idx="187">
                  <c:v>179</c:v>
                </c:pt>
                <c:pt idx="188">
                  <c:v>180</c:v>
                </c:pt>
                <c:pt idx="189">
                  <c:v>181</c:v>
                </c:pt>
                <c:pt idx="190">
                  <c:v>182</c:v>
                </c:pt>
                <c:pt idx="191">
                  <c:v>183</c:v>
                </c:pt>
                <c:pt idx="192">
                  <c:v>184</c:v>
                </c:pt>
                <c:pt idx="193">
                  <c:v>185</c:v>
                </c:pt>
                <c:pt idx="194">
                  <c:v>186</c:v>
                </c:pt>
                <c:pt idx="195">
                  <c:v>187</c:v>
                </c:pt>
                <c:pt idx="196">
                  <c:v>188</c:v>
                </c:pt>
                <c:pt idx="197">
                  <c:v>189</c:v>
                </c:pt>
                <c:pt idx="198">
                  <c:v>190</c:v>
                </c:pt>
                <c:pt idx="199">
                  <c:v>191</c:v>
                </c:pt>
                <c:pt idx="200">
                  <c:v>192</c:v>
                </c:pt>
                <c:pt idx="201">
                  <c:v>193</c:v>
                </c:pt>
                <c:pt idx="202">
                  <c:v>194</c:v>
                </c:pt>
                <c:pt idx="203">
                  <c:v>195</c:v>
                </c:pt>
                <c:pt idx="204">
                  <c:v>196</c:v>
                </c:pt>
                <c:pt idx="205">
                  <c:v>197</c:v>
                </c:pt>
                <c:pt idx="206">
                  <c:v>198</c:v>
                </c:pt>
                <c:pt idx="207">
                  <c:v>199</c:v>
                </c:pt>
                <c:pt idx="208">
                  <c:v>200</c:v>
                </c:pt>
                <c:pt idx="209">
                  <c:v>201</c:v>
                </c:pt>
                <c:pt idx="210">
                  <c:v>202</c:v>
                </c:pt>
                <c:pt idx="211">
                  <c:v>203</c:v>
                </c:pt>
                <c:pt idx="212">
                  <c:v>204</c:v>
                </c:pt>
                <c:pt idx="213">
                  <c:v>205</c:v>
                </c:pt>
                <c:pt idx="214">
                  <c:v>206</c:v>
                </c:pt>
                <c:pt idx="215">
                  <c:v>207</c:v>
                </c:pt>
                <c:pt idx="216">
                  <c:v>208</c:v>
                </c:pt>
                <c:pt idx="217">
                  <c:v>209</c:v>
                </c:pt>
                <c:pt idx="218">
                  <c:v>210</c:v>
                </c:pt>
                <c:pt idx="219">
                  <c:v>211</c:v>
                </c:pt>
                <c:pt idx="220">
                  <c:v>212</c:v>
                </c:pt>
                <c:pt idx="221">
                  <c:v>213</c:v>
                </c:pt>
                <c:pt idx="222">
                  <c:v>214</c:v>
                </c:pt>
                <c:pt idx="223">
                  <c:v>215</c:v>
                </c:pt>
              </c:numCache>
            </c:numRef>
          </c:cat>
          <c:val>
            <c:numRef>
              <c:f>'c'!$Q$2:$Q$225</c:f>
              <c:numCache>
                <c:formatCode>General</c:formatCode>
                <c:ptCount val="2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10</c:v>
                </c:pt>
                <c:pt idx="131">
                  <c:v>10</c:v>
                </c:pt>
                <c:pt idx="132">
                  <c:v>10</c:v>
                </c:pt>
                <c:pt idx="133">
                  <c:v>10</c:v>
                </c:pt>
                <c:pt idx="134">
                  <c:v>10</c:v>
                </c:pt>
                <c:pt idx="135">
                  <c:v>10</c:v>
                </c:pt>
                <c:pt idx="136">
                  <c:v>10</c:v>
                </c:pt>
                <c:pt idx="137">
                  <c:v>10</c:v>
                </c:pt>
                <c:pt idx="138">
                  <c:v>10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10</c:v>
                </c:pt>
                <c:pt idx="177">
                  <c:v>10</c:v>
                </c:pt>
                <c:pt idx="178">
                  <c:v>10</c:v>
                </c:pt>
                <c:pt idx="179">
                  <c:v>10</c:v>
                </c:pt>
                <c:pt idx="180">
                  <c:v>10</c:v>
                </c:pt>
                <c:pt idx="181">
                  <c:v>10</c:v>
                </c:pt>
                <c:pt idx="182">
                  <c:v>10</c:v>
                </c:pt>
                <c:pt idx="183">
                  <c:v>10</c:v>
                </c:pt>
                <c:pt idx="184">
                  <c:v>10</c:v>
                </c:pt>
                <c:pt idx="185">
                  <c:v>10</c:v>
                </c:pt>
                <c:pt idx="186">
                  <c:v>10</c:v>
                </c:pt>
                <c:pt idx="187">
                  <c:v>10</c:v>
                </c:pt>
                <c:pt idx="188">
                  <c:v>10</c:v>
                </c:pt>
                <c:pt idx="189">
                  <c:v>10</c:v>
                </c:pt>
                <c:pt idx="190">
                  <c:v>10</c:v>
                </c:pt>
                <c:pt idx="191">
                  <c:v>10</c:v>
                </c:pt>
                <c:pt idx="192">
                  <c:v>10</c:v>
                </c:pt>
                <c:pt idx="193">
                  <c:v>10</c:v>
                </c:pt>
                <c:pt idx="194">
                  <c:v>10</c:v>
                </c:pt>
                <c:pt idx="195">
                  <c:v>10</c:v>
                </c:pt>
                <c:pt idx="196">
                  <c:v>10</c:v>
                </c:pt>
                <c:pt idx="197">
                  <c:v>10</c:v>
                </c:pt>
                <c:pt idx="198">
                  <c:v>10</c:v>
                </c:pt>
                <c:pt idx="199">
                  <c:v>10</c:v>
                </c:pt>
                <c:pt idx="200">
                  <c:v>10</c:v>
                </c:pt>
                <c:pt idx="201">
                  <c:v>10</c:v>
                </c:pt>
                <c:pt idx="202">
                  <c:v>10</c:v>
                </c:pt>
                <c:pt idx="203">
                  <c:v>10</c:v>
                </c:pt>
                <c:pt idx="204">
                  <c:v>10</c:v>
                </c:pt>
                <c:pt idx="205">
                  <c:v>10</c:v>
                </c:pt>
                <c:pt idx="206">
                  <c:v>10</c:v>
                </c:pt>
                <c:pt idx="207">
                  <c:v>10</c:v>
                </c:pt>
                <c:pt idx="208">
                  <c:v>10</c:v>
                </c:pt>
                <c:pt idx="209">
                  <c:v>10</c:v>
                </c:pt>
                <c:pt idx="210">
                  <c:v>10</c:v>
                </c:pt>
                <c:pt idx="211">
                  <c:v>10</c:v>
                </c:pt>
                <c:pt idx="212">
                  <c:v>10</c:v>
                </c:pt>
                <c:pt idx="213">
                  <c:v>10</c:v>
                </c:pt>
                <c:pt idx="214">
                  <c:v>10</c:v>
                </c:pt>
                <c:pt idx="215">
                  <c:v>10</c:v>
                </c:pt>
                <c:pt idx="216">
                  <c:v>10</c:v>
                </c:pt>
                <c:pt idx="217">
                  <c:v>10</c:v>
                </c:pt>
                <c:pt idx="218">
                  <c:v>10</c:v>
                </c:pt>
                <c:pt idx="219">
                  <c:v>10</c:v>
                </c:pt>
                <c:pt idx="220">
                  <c:v>10</c:v>
                </c:pt>
                <c:pt idx="221">
                  <c:v>10</c:v>
                </c:pt>
                <c:pt idx="222">
                  <c:v>10</c:v>
                </c:pt>
                <c:pt idx="22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3360445"/>
        <c:axId val="770453805"/>
      </c:areaChart>
      <c:catAx>
        <c:axId val="193360445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70453805"/>
        <c:crosses val="autoZero"/>
        <c:auto val="1"/>
        <c:lblAlgn val="ctr"/>
        <c:lblOffset val="100"/>
        <c:noMultiLvlLbl val="0"/>
      </c:catAx>
      <c:valAx>
        <c:axId val="770453805"/>
        <c:scaling>
          <c:orientation val="minMax"/>
          <c:max val="1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36044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d0da84fd-92bf-4373-a7f7-dba6505fb62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[fig4.xlsx]b!$P$1</c:f>
              <c:strCache>
                <c:ptCount val="1"/>
                <c:pt idx="0">
                  <c:v>mianji</c:v>
                </c:pt>
              </c:strCache>
            </c:strRef>
          </c:tx>
          <c:spPr>
            <a:solidFill>
              <a:schemeClr val="bg2">
                <a:alpha val="60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[fig4.xlsx]b!$O$2:$O$169</c:f>
              <c:numCache>
                <c:formatCode>General</c:formatCode>
                <c:ptCount val="16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</c:numCache>
            </c:numRef>
          </c:cat>
          <c:val>
            <c:numRef>
              <c:f>[fig4.xlsx]b!$P$2:$P$169</c:f>
              <c:numCache>
                <c:formatCode>General</c:formatCode>
                <c:ptCount val="168"/>
                <c:pt idx="78">
                  <c:v>20</c:v>
                </c:pt>
                <c:pt idx="79">
                  <c:v>20</c:v>
                </c:pt>
                <c:pt idx="80">
                  <c:v>20</c:v>
                </c:pt>
                <c:pt idx="81">
                  <c:v>20</c:v>
                </c:pt>
                <c:pt idx="82">
                  <c:v>20</c:v>
                </c:pt>
                <c:pt idx="83">
                  <c:v>20</c:v>
                </c:pt>
                <c:pt idx="84">
                  <c:v>20</c:v>
                </c:pt>
                <c:pt idx="85">
                  <c:v>20</c:v>
                </c:pt>
                <c:pt idx="86">
                  <c:v>20</c:v>
                </c:pt>
                <c:pt idx="94">
                  <c:v>20</c:v>
                </c:pt>
                <c:pt idx="95">
                  <c:v>20</c:v>
                </c:pt>
                <c:pt idx="96">
                  <c:v>20</c:v>
                </c:pt>
                <c:pt idx="97">
                  <c:v>20</c:v>
                </c:pt>
                <c:pt idx="98">
                  <c:v>20</c:v>
                </c:pt>
                <c:pt idx="99">
                  <c:v>20</c:v>
                </c:pt>
                <c:pt idx="100">
                  <c:v>20</c:v>
                </c:pt>
                <c:pt idx="101">
                  <c:v>20</c:v>
                </c:pt>
                <c:pt idx="102">
                  <c:v>20</c:v>
                </c:pt>
                <c:pt idx="110">
                  <c:v>20</c:v>
                </c:pt>
                <c:pt idx="111">
                  <c:v>20</c:v>
                </c:pt>
                <c:pt idx="112">
                  <c:v>20</c:v>
                </c:pt>
                <c:pt idx="113">
                  <c:v>20</c:v>
                </c:pt>
                <c:pt idx="114">
                  <c:v>20</c:v>
                </c:pt>
                <c:pt idx="115">
                  <c:v>20</c:v>
                </c:pt>
                <c:pt idx="116">
                  <c:v>20</c:v>
                </c:pt>
                <c:pt idx="117">
                  <c:v>20</c:v>
                </c:pt>
                <c:pt idx="118">
                  <c:v>20</c:v>
                </c:pt>
                <c:pt idx="126">
                  <c:v>20</c:v>
                </c:pt>
                <c:pt idx="127">
                  <c:v>20</c:v>
                </c:pt>
                <c:pt idx="128">
                  <c:v>20</c:v>
                </c:pt>
                <c:pt idx="129">
                  <c:v>20</c:v>
                </c:pt>
                <c:pt idx="130">
                  <c:v>20</c:v>
                </c:pt>
                <c:pt idx="131">
                  <c:v>20</c:v>
                </c:pt>
                <c:pt idx="132">
                  <c:v>20</c:v>
                </c:pt>
                <c:pt idx="133">
                  <c:v>20</c:v>
                </c:pt>
                <c:pt idx="134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3360445"/>
        <c:axId val="770453805"/>
      </c:areaChart>
      <c:catAx>
        <c:axId val="193360445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70453805"/>
        <c:crosses val="autoZero"/>
        <c:auto val="1"/>
        <c:lblAlgn val="ctr"/>
        <c:lblOffset val="100"/>
        <c:noMultiLvlLbl val="0"/>
      </c:catAx>
      <c:valAx>
        <c:axId val="770453805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36044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ae87dbfc-c6a1-40a1-8e31-0a120bcef659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351465169328"/>
          <c:y val="0.0471311475409836"/>
          <c:w val="0.871556413405861"/>
          <c:h val="0.79556412729026"/>
        </c:manualLayout>
      </c:layout>
      <c:lineChart>
        <c:grouping val="standard"/>
        <c:varyColors val="0"/>
        <c:ser>
          <c:idx val="0"/>
          <c:order val="0"/>
          <c:tx>
            <c:strRef>
              <c:f>[fig4.xlsx]b!$B$1</c:f>
              <c:strCache>
                <c:ptCount val="1"/>
                <c:pt idx="0">
                  <c:v>Counts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[fig4.xlsx]b!$A$2:$A$169</c:f>
              <c:numCache>
                <c:formatCode>General</c:formatCode>
                <c:ptCount val="16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</c:numCache>
            </c:numRef>
          </c:cat>
          <c:val>
            <c:numRef>
              <c:f>[fig4.xlsx]b!$B$2:$B$169</c:f>
              <c:numCache>
                <c:formatCode>General</c:formatCode>
                <c:ptCount val="168"/>
                <c:pt idx="0">
                  <c:v>19.8103145779449</c:v>
                </c:pt>
                <c:pt idx="1">
                  <c:v>14.8437425894662</c:v>
                </c:pt>
                <c:pt idx="2">
                  <c:v>14.4067428673507</c:v>
                </c:pt>
                <c:pt idx="3">
                  <c:v>18.8994901232812</c:v>
                </c:pt>
                <c:pt idx="4">
                  <c:v>9.3449142923356</c:v>
                </c:pt>
                <c:pt idx="5">
                  <c:v>9.40481758908131</c:v>
                </c:pt>
                <c:pt idx="6">
                  <c:v>11.1420131947078</c:v>
                </c:pt>
                <c:pt idx="7">
                  <c:v>8.68597802813246</c:v>
                </c:pt>
                <c:pt idx="8">
                  <c:v>9.88404396304722</c:v>
                </c:pt>
                <c:pt idx="9">
                  <c:v>16.6830681436889</c:v>
                </c:pt>
                <c:pt idx="10">
                  <c:v>18.5700219911796</c:v>
                </c:pt>
                <c:pt idx="11">
                  <c:v>12.010610997521</c:v>
                </c:pt>
                <c:pt idx="12">
                  <c:v>9.58452747931849</c:v>
                </c:pt>
                <c:pt idx="13">
                  <c:v>12.699498910097</c:v>
                </c:pt>
                <c:pt idx="14">
                  <c:v>12.489837371487</c:v>
                </c:pt>
                <c:pt idx="15">
                  <c:v>11.5912879203008</c:v>
                </c:pt>
                <c:pt idx="16">
                  <c:v>15.6347604506384</c:v>
                </c:pt>
                <c:pt idx="17">
                  <c:v>14.8859692413166</c:v>
                </c:pt>
                <c:pt idx="18">
                  <c:v>8.5062681378952</c:v>
                </c:pt>
                <c:pt idx="19">
                  <c:v>18.0009406720951</c:v>
                </c:pt>
                <c:pt idx="20">
                  <c:v>19.8500906043986</c:v>
                </c:pt>
                <c:pt idx="21">
                  <c:v>19.8248616001712</c:v>
                </c:pt>
                <c:pt idx="22">
                  <c:v>19.6814743044406</c:v>
                </c:pt>
                <c:pt idx="23">
                  <c:v>13.9352570594033</c:v>
                </c:pt>
                <c:pt idx="24">
                  <c:v>15.1854857250453</c:v>
                </c:pt>
                <c:pt idx="25">
                  <c:v>13.5980483612832</c:v>
                </c:pt>
                <c:pt idx="26">
                  <c:v>13.0589186905715</c:v>
                </c:pt>
                <c:pt idx="27">
                  <c:v>16.8028747371803</c:v>
                </c:pt>
                <c:pt idx="28">
                  <c:v>18.0907956172138</c:v>
                </c:pt>
                <c:pt idx="29">
                  <c:v>19.803451078132</c:v>
                </c:pt>
                <c:pt idx="30">
                  <c:v>19.8385337198816</c:v>
                </c:pt>
                <c:pt idx="31">
                  <c:v>19.857609811459</c:v>
                </c:pt>
                <c:pt idx="32">
                  <c:v>19.1534340176852</c:v>
                </c:pt>
                <c:pt idx="33">
                  <c:v>16.413503308333</c:v>
                </c:pt>
                <c:pt idx="34">
                  <c:v>14.0473230868762</c:v>
                </c:pt>
                <c:pt idx="35">
                  <c:v>9.13525275372549</c:v>
                </c:pt>
                <c:pt idx="36">
                  <c:v>10.3333186886403</c:v>
                </c:pt>
                <c:pt idx="37">
                  <c:v>10.632835172369</c:v>
                </c:pt>
                <c:pt idx="38">
                  <c:v>15.8144703408756</c:v>
                </c:pt>
                <c:pt idx="39">
                  <c:v>12.72945055847</c:v>
                </c:pt>
                <c:pt idx="40">
                  <c:v>16.653116495316</c:v>
                </c:pt>
                <c:pt idx="41">
                  <c:v>12.5197890198598</c:v>
                </c:pt>
                <c:pt idx="42">
                  <c:v>11.770997810538</c:v>
                </c:pt>
                <c:pt idx="43">
                  <c:v>11.7110945137924</c:v>
                </c:pt>
                <c:pt idx="44">
                  <c:v>12.4299340747412</c:v>
                </c:pt>
                <c:pt idx="45">
                  <c:v>14.7062593510794</c:v>
                </c:pt>
                <c:pt idx="46">
                  <c:v>17.7912791334851</c:v>
                </c:pt>
                <c:pt idx="47">
                  <c:v>9.58452747931855</c:v>
                </c:pt>
                <c:pt idx="48">
                  <c:v>14.6763077027065</c:v>
                </c:pt>
                <c:pt idx="49">
                  <c:v>16.3236483632144</c:v>
                </c:pt>
                <c:pt idx="50">
                  <c:v>19.871257083258</c:v>
                </c:pt>
                <c:pt idx="51">
                  <c:v>19.8300245909101</c:v>
                </c:pt>
                <c:pt idx="52">
                  <c:v>19.8324671546058</c:v>
                </c:pt>
                <c:pt idx="53">
                  <c:v>11.7212226502848</c:v>
                </c:pt>
                <c:pt idx="54">
                  <c:v>14.1072263836219</c:v>
                </c:pt>
                <c:pt idx="55">
                  <c:v>9.19515605047124</c:v>
                </c:pt>
                <c:pt idx="56">
                  <c:v>10.1236571500301</c:v>
                </c:pt>
                <c:pt idx="57">
                  <c:v>14.0173714385034</c:v>
                </c:pt>
                <c:pt idx="58">
                  <c:v>14.3168879222321</c:v>
                </c:pt>
                <c:pt idx="59">
                  <c:v>10.4231736337588</c:v>
                </c:pt>
                <c:pt idx="60">
                  <c:v>8.20675165416648</c:v>
                </c:pt>
                <c:pt idx="61">
                  <c:v>11.321723084945</c:v>
                </c:pt>
                <c:pt idx="62">
                  <c:v>9.43476923745421</c:v>
                </c:pt>
                <c:pt idx="63">
                  <c:v>13.9874197901305</c:v>
                </c:pt>
                <c:pt idx="64">
                  <c:v>11.2318681398264</c:v>
                </c:pt>
                <c:pt idx="65">
                  <c:v>11.2917714365722</c:v>
                </c:pt>
                <c:pt idx="66">
                  <c:v>12.3400791296225</c:v>
                </c:pt>
                <c:pt idx="67">
                  <c:v>14.2569846254863</c:v>
                </c:pt>
                <c:pt idx="68">
                  <c:v>12.6695472617242</c:v>
                </c:pt>
                <c:pt idx="69">
                  <c:v>6.64926593877723</c:v>
                </c:pt>
                <c:pt idx="70">
                  <c:v>11.5014329751823</c:v>
                </c:pt>
                <c:pt idx="71">
                  <c:v>6.55941099365864</c:v>
                </c:pt>
                <c:pt idx="72">
                  <c:v>6.64926593877729</c:v>
                </c:pt>
                <c:pt idx="73">
                  <c:v>5.48115165223532</c:v>
                </c:pt>
                <c:pt idx="74">
                  <c:v>6.25989450992992</c:v>
                </c:pt>
                <c:pt idx="75">
                  <c:v>11.8309011072838</c:v>
                </c:pt>
                <c:pt idx="76">
                  <c:v>17.1323428692819</c:v>
                </c:pt>
                <c:pt idx="77">
                  <c:v>4.46279560755766</c:v>
                </c:pt>
                <c:pt idx="78">
                  <c:v>6.82897582901446</c:v>
                </c:pt>
                <c:pt idx="79">
                  <c:v>6.08018461969268</c:v>
                </c:pt>
                <c:pt idx="80">
                  <c:v>9.40481758908131</c:v>
                </c:pt>
                <c:pt idx="81">
                  <c:v>14.3767912189778</c:v>
                </c:pt>
                <c:pt idx="82">
                  <c:v>13.1487736356901</c:v>
                </c:pt>
                <c:pt idx="83">
                  <c:v>8.98549451186121</c:v>
                </c:pt>
                <c:pt idx="84">
                  <c:v>9.07534945697975</c:v>
                </c:pt>
                <c:pt idx="85">
                  <c:v>12.010610997521</c:v>
                </c:pt>
                <c:pt idx="86">
                  <c:v>14.0473230868762</c:v>
                </c:pt>
                <c:pt idx="87">
                  <c:v>8.0270417639293</c:v>
                </c:pt>
                <c:pt idx="88">
                  <c:v>14.0772747352491</c:v>
                </c:pt>
                <c:pt idx="89">
                  <c:v>12.0405626458939</c:v>
                </c:pt>
                <c:pt idx="90">
                  <c:v>9.58452747931855</c:v>
                </c:pt>
                <c:pt idx="91">
                  <c:v>8.53621978626804</c:v>
                </c:pt>
                <c:pt idx="92">
                  <c:v>16.1139868246043</c:v>
                </c:pt>
                <c:pt idx="93">
                  <c:v>10.3333186886403</c:v>
                </c:pt>
                <c:pt idx="94">
                  <c:v>8.86568791836967</c:v>
                </c:pt>
                <c:pt idx="95">
                  <c:v>6.85892747738736</c:v>
                </c:pt>
                <c:pt idx="96">
                  <c:v>5.99032967457409</c:v>
                </c:pt>
                <c:pt idx="97">
                  <c:v>8.11689670904792</c:v>
                </c:pt>
                <c:pt idx="98">
                  <c:v>11.8608527556567</c:v>
                </c:pt>
                <c:pt idx="99">
                  <c:v>11.0521582495891</c:v>
                </c:pt>
                <c:pt idx="100">
                  <c:v>7.60771868670909</c:v>
                </c:pt>
                <c:pt idx="101">
                  <c:v>8.35650989603081</c:v>
                </c:pt>
                <c:pt idx="102">
                  <c:v>8.65602637975959</c:v>
                </c:pt>
                <c:pt idx="103">
                  <c:v>6.08018461969274</c:v>
                </c:pt>
                <c:pt idx="104">
                  <c:v>4.13332747545607</c:v>
                </c:pt>
                <c:pt idx="105">
                  <c:v>12.6695472617242</c:v>
                </c:pt>
                <c:pt idx="106">
                  <c:v>14.0473230868762</c:v>
                </c:pt>
                <c:pt idx="107">
                  <c:v>8.50626813789514</c:v>
                </c:pt>
                <c:pt idx="108">
                  <c:v>8.29660659928512</c:v>
                </c:pt>
                <c:pt idx="109">
                  <c:v>10.8424967109791</c:v>
                </c:pt>
                <c:pt idx="110">
                  <c:v>14.3468395706049</c:v>
                </c:pt>
                <c:pt idx="111">
                  <c:v>7.78742857694632</c:v>
                </c:pt>
                <c:pt idx="112">
                  <c:v>14.0473230868762</c:v>
                </c:pt>
                <c:pt idx="113">
                  <c:v>11.4714813268094</c:v>
                </c:pt>
                <c:pt idx="114">
                  <c:v>10.8424967109791</c:v>
                </c:pt>
                <c:pt idx="115">
                  <c:v>15.3651956152825</c:v>
                </c:pt>
                <c:pt idx="116">
                  <c:v>12.2502241845041</c:v>
                </c:pt>
                <c:pt idx="117">
                  <c:v>19.8202029273087</c:v>
                </c:pt>
                <c:pt idx="118">
                  <c:v>19.8032446121272</c:v>
                </c:pt>
                <c:pt idx="119">
                  <c:v>17.1948294238993</c:v>
                </c:pt>
                <c:pt idx="120">
                  <c:v>19.8305218250236</c:v>
                </c:pt>
                <c:pt idx="121">
                  <c:v>19.8346169452072</c:v>
                </c:pt>
                <c:pt idx="122">
                  <c:v>19.8022083147796</c:v>
                </c:pt>
                <c:pt idx="123">
                  <c:v>19.8437253199997</c:v>
                </c:pt>
                <c:pt idx="124">
                  <c:v>19.8205472659864</c:v>
                </c:pt>
                <c:pt idx="125">
                  <c:v>19.7286576736357</c:v>
                </c:pt>
                <c:pt idx="126">
                  <c:v>9.18301944938886</c:v>
                </c:pt>
                <c:pt idx="127">
                  <c:v>8.0569934123022</c:v>
                </c:pt>
                <c:pt idx="128">
                  <c:v>6.70916923552303</c:v>
                </c:pt>
                <c:pt idx="129">
                  <c:v>16.2038417697229</c:v>
                </c:pt>
                <c:pt idx="130">
                  <c:v>13.1487736356901</c:v>
                </c:pt>
                <c:pt idx="131">
                  <c:v>10.5429802272503</c:v>
                </c:pt>
                <c:pt idx="132">
                  <c:v>8.92559121511541</c:v>
                </c:pt>
                <c:pt idx="133">
                  <c:v>9.43476923745421</c:v>
                </c:pt>
                <c:pt idx="134">
                  <c:v>9.43476923745421</c:v>
                </c:pt>
                <c:pt idx="135">
                  <c:v>8.11689670904783</c:v>
                </c:pt>
                <c:pt idx="136">
                  <c:v>9.01544616023406</c:v>
                </c:pt>
                <c:pt idx="137">
                  <c:v>10.0338022049116</c:v>
                </c:pt>
                <c:pt idx="138">
                  <c:v>8.50626813789526</c:v>
                </c:pt>
                <c:pt idx="139">
                  <c:v>15.3352439669096</c:v>
                </c:pt>
                <c:pt idx="140">
                  <c:v>15.5149538571469</c:v>
                </c:pt>
                <c:pt idx="141">
                  <c:v>10.0937055016574</c:v>
                </c:pt>
                <c:pt idx="142">
                  <c:v>19.1391033102642</c:v>
                </c:pt>
                <c:pt idx="143">
                  <c:v>15.7545670441299</c:v>
                </c:pt>
                <c:pt idx="144">
                  <c:v>19.8419839891283</c:v>
                </c:pt>
                <c:pt idx="145">
                  <c:v>19.7738552296983</c:v>
                </c:pt>
                <c:pt idx="146">
                  <c:v>19.8084865342615</c:v>
                </c:pt>
                <c:pt idx="147">
                  <c:v>19.8511804374921</c:v>
                </c:pt>
                <c:pt idx="148">
                  <c:v>17.528221350537</c:v>
                </c:pt>
                <c:pt idx="149">
                  <c:v>14.4965978124693</c:v>
                </c:pt>
                <c:pt idx="150">
                  <c:v>8.62607473138669</c:v>
                </c:pt>
                <c:pt idx="151">
                  <c:v>8.74588132487812</c:v>
                </c:pt>
                <c:pt idx="152">
                  <c:v>11.6511912170466</c:v>
                </c:pt>
                <c:pt idx="153">
                  <c:v>14.7062593510793</c:v>
                </c:pt>
                <c:pt idx="154">
                  <c:v>16.0241318794857</c:v>
                </c:pt>
                <c:pt idx="155">
                  <c:v>11.1420131947078</c:v>
                </c:pt>
                <c:pt idx="156">
                  <c:v>5.51110330060814</c:v>
                </c:pt>
                <c:pt idx="157">
                  <c:v>8.41641319277661</c:v>
                </c:pt>
                <c:pt idx="158">
                  <c:v>7.78742857694638</c:v>
                </c:pt>
                <c:pt idx="159">
                  <c:v>12.2801758328768</c:v>
                </c:pt>
                <c:pt idx="160">
                  <c:v>8.83573626999682</c:v>
                </c:pt>
                <c:pt idx="161">
                  <c:v>8.62607473138663</c:v>
                </c:pt>
                <c:pt idx="162">
                  <c:v>7.48791209321765</c:v>
                </c:pt>
                <c:pt idx="163">
                  <c:v>13.418338471046</c:v>
                </c:pt>
                <c:pt idx="164">
                  <c:v>17.0724395725361</c:v>
                </c:pt>
                <c:pt idx="165">
                  <c:v>19.8303811993884</c:v>
                </c:pt>
                <c:pt idx="166">
                  <c:v>13.3859968461249</c:v>
                </c:pt>
                <c:pt idx="167">
                  <c:v>11.2618197881992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[fig4.xlsx]b!$C$1</c:f>
              <c:strCache>
                <c:ptCount val="1"/>
                <c:pt idx="0">
                  <c:v>Resource-time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[fig4.xlsx]b!$A$2:$A$169</c:f>
              <c:numCache>
                <c:formatCode>General</c:formatCode>
                <c:ptCount val="16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</c:numCache>
            </c:numRef>
          </c:cat>
          <c:val>
            <c:numRef>
              <c:f>[fig4.xlsx]b!$C$2:$C$169</c:f>
              <c:numCache>
                <c:formatCode>General</c:formatCode>
                <c:ptCount val="168"/>
                <c:pt idx="0">
                  <c:v>19.7155671829802</c:v>
                </c:pt>
                <c:pt idx="1">
                  <c:v>19.8507187821067</c:v>
                </c:pt>
                <c:pt idx="2">
                  <c:v>19.8776331232674</c:v>
                </c:pt>
                <c:pt idx="3">
                  <c:v>19.8495865185365</c:v>
                </c:pt>
                <c:pt idx="4">
                  <c:v>19.8741366649871</c:v>
                </c:pt>
                <c:pt idx="5">
                  <c:v>19.876707861972</c:v>
                </c:pt>
                <c:pt idx="6">
                  <c:v>19.3579148309997</c:v>
                </c:pt>
                <c:pt idx="7">
                  <c:v>17.3794991282179</c:v>
                </c:pt>
                <c:pt idx="8">
                  <c:v>9.23924977945696</c:v>
                </c:pt>
                <c:pt idx="9">
                  <c:v>10.5640348974663</c:v>
                </c:pt>
                <c:pt idx="10">
                  <c:v>5.98184317490412</c:v>
                </c:pt>
                <c:pt idx="11">
                  <c:v>3.1520284086429</c:v>
                </c:pt>
                <c:pt idx="12">
                  <c:v>19.1479873647631</c:v>
                </c:pt>
                <c:pt idx="13">
                  <c:v>8.6531142543433</c:v>
                </c:pt>
                <c:pt idx="14">
                  <c:v>4.43757055839111</c:v>
                </c:pt>
                <c:pt idx="15">
                  <c:v>5.28274573815727</c:v>
                </c:pt>
                <c:pt idx="16">
                  <c:v>8.17018332075556</c:v>
                </c:pt>
                <c:pt idx="17">
                  <c:v>13.323263188601</c:v>
                </c:pt>
                <c:pt idx="18">
                  <c:v>13.3869044646699</c:v>
                </c:pt>
                <c:pt idx="19">
                  <c:v>19.1991676184443</c:v>
                </c:pt>
                <c:pt idx="20">
                  <c:v>19.8559699581176</c:v>
                </c:pt>
                <c:pt idx="21">
                  <c:v>19.805945706025</c:v>
                </c:pt>
                <c:pt idx="22">
                  <c:v>19.8151487020156</c:v>
                </c:pt>
                <c:pt idx="23">
                  <c:v>19.8310613406551</c:v>
                </c:pt>
                <c:pt idx="24">
                  <c:v>19.8732816933421</c:v>
                </c:pt>
                <c:pt idx="25">
                  <c:v>19.8383680950917</c:v>
                </c:pt>
                <c:pt idx="26">
                  <c:v>19.8488556917636</c:v>
                </c:pt>
                <c:pt idx="27">
                  <c:v>19.826598390597</c:v>
                </c:pt>
                <c:pt idx="28">
                  <c:v>19.7704185082334</c:v>
                </c:pt>
                <c:pt idx="29">
                  <c:v>19.7824503639704</c:v>
                </c:pt>
                <c:pt idx="30">
                  <c:v>19.871074686755</c:v>
                </c:pt>
                <c:pt idx="31">
                  <c:v>12.8048836481102</c:v>
                </c:pt>
                <c:pt idx="32">
                  <c:v>12.1269855997948</c:v>
                </c:pt>
                <c:pt idx="33">
                  <c:v>7.75236366524379</c:v>
                </c:pt>
                <c:pt idx="34">
                  <c:v>18.5012768510999</c:v>
                </c:pt>
                <c:pt idx="35">
                  <c:v>11.2770121635901</c:v>
                </c:pt>
                <c:pt idx="36">
                  <c:v>6.05057989935048</c:v>
                </c:pt>
                <c:pt idx="37">
                  <c:v>14.7813493430869</c:v>
                </c:pt>
                <c:pt idx="38">
                  <c:v>7.68454161035353</c:v>
                </c:pt>
                <c:pt idx="39">
                  <c:v>11.9047204178421</c:v>
                </c:pt>
                <c:pt idx="40">
                  <c:v>10.0633040922387</c:v>
                </c:pt>
                <c:pt idx="41">
                  <c:v>11.5824368913694</c:v>
                </c:pt>
                <c:pt idx="42">
                  <c:v>15.2110619420708</c:v>
                </c:pt>
                <c:pt idx="43">
                  <c:v>19.812089298446</c:v>
                </c:pt>
                <c:pt idx="44">
                  <c:v>19.8069340312976</c:v>
                </c:pt>
                <c:pt idx="45">
                  <c:v>11.3784412528463</c:v>
                </c:pt>
                <c:pt idx="46">
                  <c:v>12.2480857106582</c:v>
                </c:pt>
                <c:pt idx="47">
                  <c:v>9.20240708364391</c:v>
                </c:pt>
                <c:pt idx="48">
                  <c:v>16.6425536934993</c:v>
                </c:pt>
                <c:pt idx="49">
                  <c:v>7.45394219691365</c:v>
                </c:pt>
                <c:pt idx="50">
                  <c:v>14.6576707307367</c:v>
                </c:pt>
                <c:pt idx="51">
                  <c:v>11.5222544471714</c:v>
                </c:pt>
                <c:pt idx="52">
                  <c:v>19.8090878574562</c:v>
                </c:pt>
                <c:pt idx="53">
                  <c:v>19.7989703771808</c:v>
                </c:pt>
                <c:pt idx="54">
                  <c:v>6.86116874842454</c:v>
                </c:pt>
                <c:pt idx="55">
                  <c:v>3.89646093465941</c:v>
                </c:pt>
                <c:pt idx="56">
                  <c:v>19.2001268637153</c:v>
                </c:pt>
                <c:pt idx="57">
                  <c:v>12.7183117534492</c:v>
                </c:pt>
                <c:pt idx="58">
                  <c:v>7.67142277935411</c:v>
                </c:pt>
                <c:pt idx="59">
                  <c:v>5.06105968369647</c:v>
                </c:pt>
                <c:pt idx="60">
                  <c:v>6.83492682225559</c:v>
                </c:pt>
                <c:pt idx="61">
                  <c:v>16.6032987661999</c:v>
                </c:pt>
                <c:pt idx="62">
                  <c:v>5.32626703998582</c:v>
                </c:pt>
                <c:pt idx="63">
                  <c:v>11.6111021027583</c:v>
                </c:pt>
                <c:pt idx="64">
                  <c:v>14.0380945116428</c:v>
                </c:pt>
                <c:pt idx="65">
                  <c:v>12.0333983756414</c:v>
                </c:pt>
                <c:pt idx="66">
                  <c:v>11.9694600921867</c:v>
                </c:pt>
                <c:pt idx="67">
                  <c:v>12.4990361833723</c:v>
                </c:pt>
                <c:pt idx="68">
                  <c:v>13.4027373944386</c:v>
                </c:pt>
                <c:pt idx="69">
                  <c:v>19.7880353172551</c:v>
                </c:pt>
                <c:pt idx="70">
                  <c:v>17.0051617050242</c:v>
                </c:pt>
                <c:pt idx="71">
                  <c:v>4.41404244285288</c:v>
                </c:pt>
                <c:pt idx="72">
                  <c:v>7.15081595441998</c:v>
                </c:pt>
                <c:pt idx="73">
                  <c:v>5.75859936960938</c:v>
                </c:pt>
                <c:pt idx="74">
                  <c:v>5.95061581342926</c:v>
                </c:pt>
                <c:pt idx="75">
                  <c:v>12.8187883924229</c:v>
                </c:pt>
                <c:pt idx="76">
                  <c:v>8.98252884940873</c:v>
                </c:pt>
                <c:pt idx="77">
                  <c:v>3.65998455216475</c:v>
                </c:pt>
                <c:pt idx="78">
                  <c:v>9.49312296971575</c:v>
                </c:pt>
                <c:pt idx="79">
                  <c:v>4.11937365177041</c:v>
                </c:pt>
                <c:pt idx="80">
                  <c:v>19.8183119257958</c:v>
                </c:pt>
                <c:pt idx="81">
                  <c:v>19.4557211672458</c:v>
                </c:pt>
                <c:pt idx="82">
                  <c:v>7.06717417145623</c:v>
                </c:pt>
                <c:pt idx="83">
                  <c:v>8.62928802410087</c:v>
                </c:pt>
                <c:pt idx="84">
                  <c:v>19.7720527820964</c:v>
                </c:pt>
                <c:pt idx="85">
                  <c:v>13.2121078724903</c:v>
                </c:pt>
                <c:pt idx="86">
                  <c:v>10.109405199729</c:v>
                </c:pt>
                <c:pt idx="87">
                  <c:v>4.89402274217022</c:v>
                </c:pt>
                <c:pt idx="88">
                  <c:v>7.93249805422189</c:v>
                </c:pt>
                <c:pt idx="89">
                  <c:v>8.67306726958494</c:v>
                </c:pt>
                <c:pt idx="90">
                  <c:v>11.4479348082071</c:v>
                </c:pt>
                <c:pt idx="91">
                  <c:v>13.8043015305924</c:v>
                </c:pt>
                <c:pt idx="92">
                  <c:v>19.8360229779687</c:v>
                </c:pt>
                <c:pt idx="93">
                  <c:v>13.9556850103502</c:v>
                </c:pt>
                <c:pt idx="94">
                  <c:v>9.80904085524642</c:v>
                </c:pt>
                <c:pt idx="95">
                  <c:v>1.85764862818686</c:v>
                </c:pt>
                <c:pt idx="96">
                  <c:v>2.15149892646289</c:v>
                </c:pt>
                <c:pt idx="97">
                  <c:v>2.46386629416417</c:v>
                </c:pt>
                <c:pt idx="98">
                  <c:v>4.02631794042028</c:v>
                </c:pt>
                <c:pt idx="99">
                  <c:v>3.75169788609821</c:v>
                </c:pt>
                <c:pt idx="100">
                  <c:v>4.90733307772487</c:v>
                </c:pt>
                <c:pt idx="101">
                  <c:v>12.4179122085468</c:v>
                </c:pt>
                <c:pt idx="102">
                  <c:v>7.88417726560103</c:v>
                </c:pt>
                <c:pt idx="103">
                  <c:v>8.02032002543737</c:v>
                </c:pt>
                <c:pt idx="104">
                  <c:v>7.74778646645651</c:v>
                </c:pt>
                <c:pt idx="105">
                  <c:v>9.2660840891846</c:v>
                </c:pt>
                <c:pt idx="106">
                  <c:v>6.30827423604088</c:v>
                </c:pt>
                <c:pt idx="107">
                  <c:v>6.39650590273865</c:v>
                </c:pt>
                <c:pt idx="108">
                  <c:v>2.79238839064746</c:v>
                </c:pt>
                <c:pt idx="109">
                  <c:v>8.73207761731995</c:v>
                </c:pt>
                <c:pt idx="110">
                  <c:v>8.83468819407411</c:v>
                </c:pt>
                <c:pt idx="111">
                  <c:v>4.69307755995006</c:v>
                </c:pt>
                <c:pt idx="112">
                  <c:v>9.34359853841667</c:v>
                </c:pt>
                <c:pt idx="113">
                  <c:v>5.25491206132423</c:v>
                </c:pt>
                <c:pt idx="114">
                  <c:v>10.1096062395255</c:v>
                </c:pt>
                <c:pt idx="115">
                  <c:v>19.8220795448132</c:v>
                </c:pt>
                <c:pt idx="116">
                  <c:v>19.8160742315255</c:v>
                </c:pt>
                <c:pt idx="117">
                  <c:v>19.838985933471</c:v>
                </c:pt>
                <c:pt idx="118">
                  <c:v>19.8134261399285</c:v>
                </c:pt>
                <c:pt idx="119">
                  <c:v>19.8698525879784</c:v>
                </c:pt>
                <c:pt idx="120">
                  <c:v>19.82821734846</c:v>
                </c:pt>
                <c:pt idx="121">
                  <c:v>19.7945678888266</c:v>
                </c:pt>
                <c:pt idx="122">
                  <c:v>17.1729549239978</c:v>
                </c:pt>
                <c:pt idx="123">
                  <c:v>11.5598145622335</c:v>
                </c:pt>
                <c:pt idx="124">
                  <c:v>13.666551190597</c:v>
                </c:pt>
                <c:pt idx="125">
                  <c:v>19.853855873626</c:v>
                </c:pt>
                <c:pt idx="126">
                  <c:v>19.8044965150047</c:v>
                </c:pt>
                <c:pt idx="127">
                  <c:v>19.8605444169527</c:v>
                </c:pt>
                <c:pt idx="128">
                  <c:v>17.8302494840632</c:v>
                </c:pt>
                <c:pt idx="129">
                  <c:v>17.859125216257</c:v>
                </c:pt>
                <c:pt idx="130">
                  <c:v>4.14553761558195</c:v>
                </c:pt>
                <c:pt idx="131">
                  <c:v>6.54571649541307</c:v>
                </c:pt>
                <c:pt idx="132">
                  <c:v>5.11683653884287</c:v>
                </c:pt>
                <c:pt idx="133">
                  <c:v>6.06382330366315</c:v>
                </c:pt>
                <c:pt idx="134">
                  <c:v>16.1891293486858</c:v>
                </c:pt>
                <c:pt idx="135">
                  <c:v>10.121490349058</c:v>
                </c:pt>
                <c:pt idx="136">
                  <c:v>9.54798237470683</c:v>
                </c:pt>
                <c:pt idx="137">
                  <c:v>10.4964378127521</c:v>
                </c:pt>
                <c:pt idx="138">
                  <c:v>19.8069432309341</c:v>
                </c:pt>
                <c:pt idx="139">
                  <c:v>19.8573018971597</c:v>
                </c:pt>
                <c:pt idx="140">
                  <c:v>19.8331216478958</c:v>
                </c:pt>
                <c:pt idx="141">
                  <c:v>13.4935226737653</c:v>
                </c:pt>
                <c:pt idx="142">
                  <c:v>14.0606310851252</c:v>
                </c:pt>
                <c:pt idx="143">
                  <c:v>17.4912479309504</c:v>
                </c:pt>
                <c:pt idx="144">
                  <c:v>14.5102223244688</c:v>
                </c:pt>
                <c:pt idx="145">
                  <c:v>12.3127130291019</c:v>
                </c:pt>
                <c:pt idx="146">
                  <c:v>10.1787497804265</c:v>
                </c:pt>
                <c:pt idx="147">
                  <c:v>15.0564256740827</c:v>
                </c:pt>
                <c:pt idx="148">
                  <c:v>13.9894998955</c:v>
                </c:pt>
                <c:pt idx="149">
                  <c:v>14.0790108470762</c:v>
                </c:pt>
                <c:pt idx="150">
                  <c:v>11.963722952831</c:v>
                </c:pt>
                <c:pt idx="151">
                  <c:v>19.8407652354796</c:v>
                </c:pt>
                <c:pt idx="152">
                  <c:v>19.846047331097</c:v>
                </c:pt>
                <c:pt idx="153">
                  <c:v>19.7458360569972</c:v>
                </c:pt>
                <c:pt idx="154">
                  <c:v>14.3883498695221</c:v>
                </c:pt>
                <c:pt idx="155">
                  <c:v>4.33393700404374</c:v>
                </c:pt>
                <c:pt idx="156">
                  <c:v>3.36874198857967</c:v>
                </c:pt>
                <c:pt idx="157">
                  <c:v>17.9710642856358</c:v>
                </c:pt>
                <c:pt idx="158">
                  <c:v>2.3741471790436</c:v>
                </c:pt>
                <c:pt idx="159">
                  <c:v>10.9212219223571</c:v>
                </c:pt>
                <c:pt idx="160">
                  <c:v>7.83405782288971</c:v>
                </c:pt>
                <c:pt idx="161">
                  <c:v>9.33596523943899</c:v>
                </c:pt>
                <c:pt idx="162">
                  <c:v>11.4984508554373</c:v>
                </c:pt>
                <c:pt idx="163">
                  <c:v>11.8998523388304</c:v>
                </c:pt>
                <c:pt idx="164">
                  <c:v>19.7224945392877</c:v>
                </c:pt>
                <c:pt idx="165">
                  <c:v>19.8139548839215</c:v>
                </c:pt>
                <c:pt idx="166">
                  <c:v>19.8374288347447</c:v>
                </c:pt>
                <c:pt idx="167">
                  <c:v>18.6603529946289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[fig4.xlsx]b!$D$1</c:f>
              <c:strCache>
                <c:ptCount val="1"/>
                <c:pt idx="0">
                  <c:v>Delivery requirement (95%)</c:v>
                </c:pt>
              </c:strCache>
            </c:strRef>
          </c:tx>
          <c:spPr>
            <a:ln w="28575" cap="rnd">
              <a:solidFill>
                <a:srgbClr val="C5533B"/>
              </a:solidFill>
              <a:prstDash val="dash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[fig4.xlsx]b!$A$2:$A$169</c:f>
              <c:numCache>
                <c:formatCode>General</c:formatCode>
                <c:ptCount val="16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</c:numCache>
            </c:numRef>
          </c:cat>
          <c:val>
            <c:numRef>
              <c:f>[fig4.xlsx]b!$D$2:$D$169</c:f>
              <c:numCache>
                <c:formatCode>General</c:formatCode>
                <c:ptCount val="168"/>
                <c:pt idx="0">
                  <c:v>2.80166551346634</c:v>
                </c:pt>
                <c:pt idx="1">
                  <c:v>2.80166551346634</c:v>
                </c:pt>
                <c:pt idx="2">
                  <c:v>2.80166551346634</c:v>
                </c:pt>
                <c:pt idx="3">
                  <c:v>2.80166551346634</c:v>
                </c:pt>
                <c:pt idx="4">
                  <c:v>2.80166551346634</c:v>
                </c:pt>
                <c:pt idx="5">
                  <c:v>2.80166551346634</c:v>
                </c:pt>
                <c:pt idx="6">
                  <c:v>2.80166551346634</c:v>
                </c:pt>
                <c:pt idx="7">
                  <c:v>2.80166551346634</c:v>
                </c:pt>
                <c:pt idx="8">
                  <c:v>2.80166551346634</c:v>
                </c:pt>
                <c:pt idx="9">
                  <c:v>2.80166551346634</c:v>
                </c:pt>
                <c:pt idx="10">
                  <c:v>2.80166551346634</c:v>
                </c:pt>
                <c:pt idx="11">
                  <c:v>2.80166551346634</c:v>
                </c:pt>
                <c:pt idx="12">
                  <c:v>2.80166551346634</c:v>
                </c:pt>
                <c:pt idx="13">
                  <c:v>2.80166551346634</c:v>
                </c:pt>
                <c:pt idx="14">
                  <c:v>2.80166551346634</c:v>
                </c:pt>
                <c:pt idx="15">
                  <c:v>2.80166551346634</c:v>
                </c:pt>
                <c:pt idx="16">
                  <c:v>2.80166551346634</c:v>
                </c:pt>
                <c:pt idx="17">
                  <c:v>2.80166551346634</c:v>
                </c:pt>
                <c:pt idx="18">
                  <c:v>2.80166551346634</c:v>
                </c:pt>
                <c:pt idx="19">
                  <c:v>2.80166551346634</c:v>
                </c:pt>
                <c:pt idx="20">
                  <c:v>2.80166551346634</c:v>
                </c:pt>
                <c:pt idx="21">
                  <c:v>2.80166551346634</c:v>
                </c:pt>
                <c:pt idx="22">
                  <c:v>2.80166551346634</c:v>
                </c:pt>
                <c:pt idx="23">
                  <c:v>2.80166551346634</c:v>
                </c:pt>
                <c:pt idx="24">
                  <c:v>2.80166551346634</c:v>
                </c:pt>
                <c:pt idx="25">
                  <c:v>2.80166551346634</c:v>
                </c:pt>
                <c:pt idx="26">
                  <c:v>2.80166551346634</c:v>
                </c:pt>
                <c:pt idx="27">
                  <c:v>2.80166551346634</c:v>
                </c:pt>
                <c:pt idx="28">
                  <c:v>2.80166551346634</c:v>
                </c:pt>
                <c:pt idx="29">
                  <c:v>2.80166551346634</c:v>
                </c:pt>
                <c:pt idx="30">
                  <c:v>2.80166551346634</c:v>
                </c:pt>
                <c:pt idx="31">
                  <c:v>2.80166551346634</c:v>
                </c:pt>
                <c:pt idx="32">
                  <c:v>2.80166551346634</c:v>
                </c:pt>
                <c:pt idx="33">
                  <c:v>2.80166551346634</c:v>
                </c:pt>
                <c:pt idx="34">
                  <c:v>2.80166551346634</c:v>
                </c:pt>
                <c:pt idx="35">
                  <c:v>2.80166551346634</c:v>
                </c:pt>
                <c:pt idx="36">
                  <c:v>2.80166551346634</c:v>
                </c:pt>
                <c:pt idx="37">
                  <c:v>2.80166551346634</c:v>
                </c:pt>
                <c:pt idx="38">
                  <c:v>2.80166551346634</c:v>
                </c:pt>
                <c:pt idx="39">
                  <c:v>2.80166551346634</c:v>
                </c:pt>
                <c:pt idx="40">
                  <c:v>2.80166551346634</c:v>
                </c:pt>
                <c:pt idx="41">
                  <c:v>2.80166551346634</c:v>
                </c:pt>
                <c:pt idx="42">
                  <c:v>2.80166551346634</c:v>
                </c:pt>
                <c:pt idx="43">
                  <c:v>2.80166551346634</c:v>
                </c:pt>
                <c:pt idx="44">
                  <c:v>2.80166551346634</c:v>
                </c:pt>
                <c:pt idx="45">
                  <c:v>2.80166551346634</c:v>
                </c:pt>
                <c:pt idx="46">
                  <c:v>2.80166551346634</c:v>
                </c:pt>
                <c:pt idx="47">
                  <c:v>2.80166551346634</c:v>
                </c:pt>
                <c:pt idx="48">
                  <c:v>2.80166551346634</c:v>
                </c:pt>
                <c:pt idx="49">
                  <c:v>2.80166551346634</c:v>
                </c:pt>
                <c:pt idx="50">
                  <c:v>2.80166551346634</c:v>
                </c:pt>
                <c:pt idx="51">
                  <c:v>2.80166551346634</c:v>
                </c:pt>
                <c:pt idx="52">
                  <c:v>2.80166551346634</c:v>
                </c:pt>
                <c:pt idx="53">
                  <c:v>2.80166551346634</c:v>
                </c:pt>
                <c:pt idx="54">
                  <c:v>2.80166551346634</c:v>
                </c:pt>
                <c:pt idx="55">
                  <c:v>2.80166551346634</c:v>
                </c:pt>
                <c:pt idx="56">
                  <c:v>2.80166551346634</c:v>
                </c:pt>
                <c:pt idx="57">
                  <c:v>2.80166551346634</c:v>
                </c:pt>
                <c:pt idx="58">
                  <c:v>2.80166551346634</c:v>
                </c:pt>
                <c:pt idx="59">
                  <c:v>2.80166551346634</c:v>
                </c:pt>
                <c:pt idx="60">
                  <c:v>2.80166551346634</c:v>
                </c:pt>
                <c:pt idx="61">
                  <c:v>2.80166551346634</c:v>
                </c:pt>
                <c:pt idx="62">
                  <c:v>2.80166551346634</c:v>
                </c:pt>
                <c:pt idx="63">
                  <c:v>2.80166551346634</c:v>
                </c:pt>
                <c:pt idx="64">
                  <c:v>2.80166551346634</c:v>
                </c:pt>
                <c:pt idx="65">
                  <c:v>2.80166551346634</c:v>
                </c:pt>
                <c:pt idx="66">
                  <c:v>2.80166551346634</c:v>
                </c:pt>
                <c:pt idx="67">
                  <c:v>2.80166551346634</c:v>
                </c:pt>
                <c:pt idx="68">
                  <c:v>2.80166551346634</c:v>
                </c:pt>
                <c:pt idx="69">
                  <c:v>2.80166551346634</c:v>
                </c:pt>
                <c:pt idx="70">
                  <c:v>2.80166551346634</c:v>
                </c:pt>
                <c:pt idx="71">
                  <c:v>2.80166551346634</c:v>
                </c:pt>
                <c:pt idx="72">
                  <c:v>2.80166551346634</c:v>
                </c:pt>
                <c:pt idx="73">
                  <c:v>2.80166551346634</c:v>
                </c:pt>
                <c:pt idx="74">
                  <c:v>2.80166551346634</c:v>
                </c:pt>
                <c:pt idx="75">
                  <c:v>2.80166551346634</c:v>
                </c:pt>
                <c:pt idx="76">
                  <c:v>2.80166551346634</c:v>
                </c:pt>
                <c:pt idx="77">
                  <c:v>2.80166551346634</c:v>
                </c:pt>
                <c:pt idx="78">
                  <c:v>2.80166551346634</c:v>
                </c:pt>
                <c:pt idx="79">
                  <c:v>2.80166551346634</c:v>
                </c:pt>
                <c:pt idx="80">
                  <c:v>2.80166551346634</c:v>
                </c:pt>
                <c:pt idx="81">
                  <c:v>2.80166551346634</c:v>
                </c:pt>
                <c:pt idx="82">
                  <c:v>2.80166551346634</c:v>
                </c:pt>
                <c:pt idx="83">
                  <c:v>2.80166551346634</c:v>
                </c:pt>
                <c:pt idx="84">
                  <c:v>2.80166551346634</c:v>
                </c:pt>
                <c:pt idx="85">
                  <c:v>2.80166551346634</c:v>
                </c:pt>
                <c:pt idx="86">
                  <c:v>2.80166551346634</c:v>
                </c:pt>
                <c:pt idx="87">
                  <c:v>2.80166551346634</c:v>
                </c:pt>
                <c:pt idx="88">
                  <c:v>2.80166551346634</c:v>
                </c:pt>
                <c:pt idx="89">
                  <c:v>2.80166551346634</c:v>
                </c:pt>
                <c:pt idx="90">
                  <c:v>2.80166551346634</c:v>
                </c:pt>
                <c:pt idx="91">
                  <c:v>2.80166551346634</c:v>
                </c:pt>
                <c:pt idx="92">
                  <c:v>2.80166551346634</c:v>
                </c:pt>
                <c:pt idx="93">
                  <c:v>2.80166551346634</c:v>
                </c:pt>
                <c:pt idx="94">
                  <c:v>2.80166551346634</c:v>
                </c:pt>
                <c:pt idx="95">
                  <c:v>2.80166551346634</c:v>
                </c:pt>
                <c:pt idx="96">
                  <c:v>2.80166551346634</c:v>
                </c:pt>
                <c:pt idx="97">
                  <c:v>2.80166551346634</c:v>
                </c:pt>
                <c:pt idx="98">
                  <c:v>2.80166551346634</c:v>
                </c:pt>
                <c:pt idx="99">
                  <c:v>2.80166551346634</c:v>
                </c:pt>
                <c:pt idx="100">
                  <c:v>2.80166551346634</c:v>
                </c:pt>
                <c:pt idx="101">
                  <c:v>2.80166551346634</c:v>
                </c:pt>
                <c:pt idx="102">
                  <c:v>2.80166551346634</c:v>
                </c:pt>
                <c:pt idx="103">
                  <c:v>2.80166551346634</c:v>
                </c:pt>
                <c:pt idx="104">
                  <c:v>2.80166551346634</c:v>
                </c:pt>
                <c:pt idx="105">
                  <c:v>2.80166551346634</c:v>
                </c:pt>
                <c:pt idx="106">
                  <c:v>2.80166551346634</c:v>
                </c:pt>
                <c:pt idx="107">
                  <c:v>2.80166551346634</c:v>
                </c:pt>
                <c:pt idx="108">
                  <c:v>2.80166551346634</c:v>
                </c:pt>
                <c:pt idx="109">
                  <c:v>2.80166551346634</c:v>
                </c:pt>
                <c:pt idx="110">
                  <c:v>2.80166551346634</c:v>
                </c:pt>
                <c:pt idx="111">
                  <c:v>2.80166551346634</c:v>
                </c:pt>
                <c:pt idx="112">
                  <c:v>2.80166551346634</c:v>
                </c:pt>
                <c:pt idx="113">
                  <c:v>2.80166551346634</c:v>
                </c:pt>
                <c:pt idx="114">
                  <c:v>2.80166551346634</c:v>
                </c:pt>
                <c:pt idx="115">
                  <c:v>2.80166551346634</c:v>
                </c:pt>
                <c:pt idx="116">
                  <c:v>2.80166551346634</c:v>
                </c:pt>
                <c:pt idx="117">
                  <c:v>2.80166551346634</c:v>
                </c:pt>
                <c:pt idx="118">
                  <c:v>2.80166551346634</c:v>
                </c:pt>
                <c:pt idx="119">
                  <c:v>2.80166551346634</c:v>
                </c:pt>
                <c:pt idx="120">
                  <c:v>2.80166551346634</c:v>
                </c:pt>
                <c:pt idx="121">
                  <c:v>2.80166551346634</c:v>
                </c:pt>
                <c:pt idx="122">
                  <c:v>2.80166551346634</c:v>
                </c:pt>
                <c:pt idx="123">
                  <c:v>2.80166551346634</c:v>
                </c:pt>
                <c:pt idx="124">
                  <c:v>2.80166551346634</c:v>
                </c:pt>
                <c:pt idx="125">
                  <c:v>2.80166551346634</c:v>
                </c:pt>
                <c:pt idx="126">
                  <c:v>2.80166551346634</c:v>
                </c:pt>
                <c:pt idx="127">
                  <c:v>2.80166551346634</c:v>
                </c:pt>
                <c:pt idx="128">
                  <c:v>2.80166551346634</c:v>
                </c:pt>
                <c:pt idx="129">
                  <c:v>2.80166551346634</c:v>
                </c:pt>
                <c:pt idx="130">
                  <c:v>2.80166551346634</c:v>
                </c:pt>
                <c:pt idx="131">
                  <c:v>2.80166551346634</c:v>
                </c:pt>
                <c:pt idx="132">
                  <c:v>2.80166551346634</c:v>
                </c:pt>
                <c:pt idx="133">
                  <c:v>2.80166551346634</c:v>
                </c:pt>
                <c:pt idx="134">
                  <c:v>2.80166551346634</c:v>
                </c:pt>
                <c:pt idx="135">
                  <c:v>2.80166551346634</c:v>
                </c:pt>
                <c:pt idx="136">
                  <c:v>2.80166551346634</c:v>
                </c:pt>
                <c:pt idx="137">
                  <c:v>2.80166551346634</c:v>
                </c:pt>
                <c:pt idx="138">
                  <c:v>2.80166551346634</c:v>
                </c:pt>
                <c:pt idx="139">
                  <c:v>2.80166551346634</c:v>
                </c:pt>
                <c:pt idx="140">
                  <c:v>2.80166551346634</c:v>
                </c:pt>
                <c:pt idx="141">
                  <c:v>2.80166551346634</c:v>
                </c:pt>
                <c:pt idx="142">
                  <c:v>2.80166551346634</c:v>
                </c:pt>
                <c:pt idx="143">
                  <c:v>2.80166551346634</c:v>
                </c:pt>
                <c:pt idx="144">
                  <c:v>2.80166551346634</c:v>
                </c:pt>
                <c:pt idx="145">
                  <c:v>2.80166551346634</c:v>
                </c:pt>
                <c:pt idx="146">
                  <c:v>2.80166551346634</c:v>
                </c:pt>
                <c:pt idx="147">
                  <c:v>2.80166551346634</c:v>
                </c:pt>
                <c:pt idx="148">
                  <c:v>2.80166551346634</c:v>
                </c:pt>
                <c:pt idx="149">
                  <c:v>2.80166551346634</c:v>
                </c:pt>
                <c:pt idx="150">
                  <c:v>2.80166551346634</c:v>
                </c:pt>
                <c:pt idx="151">
                  <c:v>2.80166551346634</c:v>
                </c:pt>
                <c:pt idx="152">
                  <c:v>2.80166551346634</c:v>
                </c:pt>
                <c:pt idx="153">
                  <c:v>2.80166551346634</c:v>
                </c:pt>
                <c:pt idx="154">
                  <c:v>2.80166551346634</c:v>
                </c:pt>
                <c:pt idx="155">
                  <c:v>2.80166551346634</c:v>
                </c:pt>
                <c:pt idx="156">
                  <c:v>2.80166551346634</c:v>
                </c:pt>
                <c:pt idx="157">
                  <c:v>2.80166551346634</c:v>
                </c:pt>
                <c:pt idx="158">
                  <c:v>2.80166551346634</c:v>
                </c:pt>
                <c:pt idx="159">
                  <c:v>2.80166551346634</c:v>
                </c:pt>
                <c:pt idx="160">
                  <c:v>2.80166551346634</c:v>
                </c:pt>
                <c:pt idx="161">
                  <c:v>2.80166551346634</c:v>
                </c:pt>
                <c:pt idx="162">
                  <c:v>2.80166551346634</c:v>
                </c:pt>
                <c:pt idx="163">
                  <c:v>2.80166551346634</c:v>
                </c:pt>
                <c:pt idx="164">
                  <c:v>2.80166551346634</c:v>
                </c:pt>
                <c:pt idx="165">
                  <c:v>2.80166551346634</c:v>
                </c:pt>
                <c:pt idx="166">
                  <c:v>2.80166551346634</c:v>
                </c:pt>
                <c:pt idx="167">
                  <c:v>2.80166551346634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97508504"/>
        <c:axId val="241323173"/>
      </c:lineChart>
      <c:catAx>
        <c:axId val="39750850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Hour in workload test</a:t>
                </a: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 (h)</a:t>
                </a:r>
                <a:endParaRPr lang="en-US" altLang="zh-CN"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241323173"/>
        <c:crosses val="autoZero"/>
        <c:auto val="1"/>
        <c:lblAlgn val="ctr"/>
        <c:lblOffset val="100"/>
        <c:tickLblSkip val="40"/>
        <c:tickMarkSkip val="40"/>
        <c:noMultiLvlLbl val="0"/>
      </c:catAx>
      <c:valAx>
        <c:axId val="241323173"/>
        <c:scaling>
          <c:orientation val="minMax"/>
          <c:max val="2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Available reduction (kW)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97508504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26125234939163"/>
          <c:y val="0.71991936499937"/>
          <c:w val="0.825007419131467"/>
          <c:h val="0.13997732140607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42e1287-ba31-4d3d-92e8-e876ffff9f7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F04a.csv!$F$1</c:f>
              <c:strCache>
                <c:ptCount val="1"/>
                <c:pt idx="0">
                  <c:v>permuted_margin_kw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1">
                  <a:alpha val="60000"/>
                </a:schemeClr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xVal>
            <c:numRef>
              <c:f>F04a.csv!$E$2:$E$81</c:f>
              <c:numCache>
                <c:formatCode>General</c:formatCode>
                <c:ptCount val="80"/>
                <c:pt idx="0">
                  <c:v>-0.944016885279482</c:v>
                </c:pt>
                <c:pt idx="1">
                  <c:v>-0.944016885279538</c:v>
                </c:pt>
                <c:pt idx="2">
                  <c:v>0.950032372631866</c:v>
                </c:pt>
                <c:pt idx="3">
                  <c:v>-0.00927712281888739</c:v>
                </c:pt>
                <c:pt idx="4">
                  <c:v>-0.00927712281888739</c:v>
                </c:pt>
                <c:pt idx="5">
                  <c:v>-0.00927712281888739</c:v>
                </c:pt>
                <c:pt idx="6">
                  <c:v>-0.944016885279538</c:v>
                </c:pt>
                <c:pt idx="7">
                  <c:v>-0.00927712281888739</c:v>
                </c:pt>
                <c:pt idx="8">
                  <c:v>-0.944016885279538</c:v>
                </c:pt>
                <c:pt idx="9">
                  <c:v>-0.944016885279482</c:v>
                </c:pt>
                <c:pt idx="10">
                  <c:v>0.171002545987916</c:v>
                </c:pt>
                <c:pt idx="11">
                  <c:v>-0.811979803009095</c:v>
                </c:pt>
                <c:pt idx="12">
                  <c:v>-0.811979803009095</c:v>
                </c:pt>
                <c:pt idx="13">
                  <c:v>0.171002545987916</c:v>
                </c:pt>
                <c:pt idx="14">
                  <c:v>0.171002545987916</c:v>
                </c:pt>
                <c:pt idx="15">
                  <c:v>-0.811979803009067</c:v>
                </c:pt>
                <c:pt idx="16">
                  <c:v>-0.811979803009095</c:v>
                </c:pt>
                <c:pt idx="17">
                  <c:v>0.0797722914219454</c:v>
                </c:pt>
                <c:pt idx="18">
                  <c:v>0.171002545987859</c:v>
                </c:pt>
                <c:pt idx="19">
                  <c:v>0.171002545987916</c:v>
                </c:pt>
                <c:pt idx="20">
                  <c:v>-0.832715004133249</c:v>
                </c:pt>
                <c:pt idx="21">
                  <c:v>-0.367920155445163</c:v>
                </c:pt>
                <c:pt idx="22">
                  <c:v>-0.832715004133249</c:v>
                </c:pt>
                <c:pt idx="23">
                  <c:v>-0.367920155445163</c:v>
                </c:pt>
                <c:pt idx="24">
                  <c:v>-0.367920155445163</c:v>
                </c:pt>
                <c:pt idx="25">
                  <c:v>-0.367920155445134</c:v>
                </c:pt>
                <c:pt idx="26">
                  <c:v>-0.367920155445163</c:v>
                </c:pt>
                <c:pt idx="27">
                  <c:v>-0.832715004133306</c:v>
                </c:pt>
                <c:pt idx="28">
                  <c:v>-0.367920155445163</c:v>
                </c:pt>
                <c:pt idx="29">
                  <c:v>0.025930805122086</c:v>
                </c:pt>
                <c:pt idx="30">
                  <c:v>-0.800257291196474</c:v>
                </c:pt>
                <c:pt idx="31">
                  <c:v>-0.800257291196474</c:v>
                </c:pt>
                <c:pt idx="32">
                  <c:v>-1.02788834188088</c:v>
                </c:pt>
                <c:pt idx="33">
                  <c:v>-0.800257291196531</c:v>
                </c:pt>
                <c:pt idx="34">
                  <c:v>-1.02788834188085</c:v>
                </c:pt>
                <c:pt idx="35">
                  <c:v>-0.800257291196531</c:v>
                </c:pt>
                <c:pt idx="36">
                  <c:v>-1.02788834188085</c:v>
                </c:pt>
                <c:pt idx="37">
                  <c:v>-1.02788834188088</c:v>
                </c:pt>
                <c:pt idx="38">
                  <c:v>-1.02788834188091</c:v>
                </c:pt>
                <c:pt idx="39">
                  <c:v>-0.800257291196531</c:v>
                </c:pt>
                <c:pt idx="40">
                  <c:v>0.0604678554871175</c:v>
                </c:pt>
                <c:pt idx="41">
                  <c:v>-1.03076572866716</c:v>
                </c:pt>
                <c:pt idx="42">
                  <c:v>-0.0490373524680629</c:v>
                </c:pt>
                <c:pt idx="43">
                  <c:v>-1.03076572866716</c:v>
                </c:pt>
                <c:pt idx="44">
                  <c:v>-0.0490373524681197</c:v>
                </c:pt>
                <c:pt idx="45">
                  <c:v>-1.03076572866705</c:v>
                </c:pt>
                <c:pt idx="46">
                  <c:v>-1.0307657286671</c:v>
                </c:pt>
                <c:pt idx="47">
                  <c:v>-1.0307657286671</c:v>
                </c:pt>
                <c:pt idx="48">
                  <c:v>0.0604678554871459</c:v>
                </c:pt>
                <c:pt idx="49">
                  <c:v>0.0604678554871175</c:v>
                </c:pt>
                <c:pt idx="50">
                  <c:v>-0.351122685423562</c:v>
                </c:pt>
                <c:pt idx="51">
                  <c:v>-0.351122685423562</c:v>
                </c:pt>
                <c:pt idx="52">
                  <c:v>-0.35112268542359</c:v>
                </c:pt>
                <c:pt idx="53">
                  <c:v>-0.35112268542359</c:v>
                </c:pt>
                <c:pt idx="54">
                  <c:v>-0.35112268542359</c:v>
                </c:pt>
                <c:pt idx="55">
                  <c:v>-0.351122685423562</c:v>
                </c:pt>
                <c:pt idx="56">
                  <c:v>-0.351122685423562</c:v>
                </c:pt>
                <c:pt idx="57">
                  <c:v>-0.155783546484642</c:v>
                </c:pt>
                <c:pt idx="58">
                  <c:v>-0.351122685423562</c:v>
                </c:pt>
                <c:pt idx="59">
                  <c:v>-0.351122685423534</c:v>
                </c:pt>
                <c:pt idx="60">
                  <c:v>0.453197363006736</c:v>
                </c:pt>
                <c:pt idx="61">
                  <c:v>0.0476555610488976</c:v>
                </c:pt>
                <c:pt idx="62">
                  <c:v>0.453197363006764</c:v>
                </c:pt>
                <c:pt idx="63">
                  <c:v>0.453197363006707</c:v>
                </c:pt>
                <c:pt idx="64">
                  <c:v>0.0476555610488409</c:v>
                </c:pt>
                <c:pt idx="65">
                  <c:v>0.0476555610488976</c:v>
                </c:pt>
                <c:pt idx="66">
                  <c:v>0.453197363006736</c:v>
                </c:pt>
                <c:pt idx="67">
                  <c:v>0.0476555610488125</c:v>
                </c:pt>
                <c:pt idx="68">
                  <c:v>0.0476555610488409</c:v>
                </c:pt>
                <c:pt idx="69">
                  <c:v>0.453197363006736</c:v>
                </c:pt>
                <c:pt idx="70">
                  <c:v>0.471044743995277</c:v>
                </c:pt>
                <c:pt idx="71">
                  <c:v>0.516173440802005</c:v>
                </c:pt>
                <c:pt idx="72">
                  <c:v>0.610220164719989</c:v>
                </c:pt>
                <c:pt idx="73">
                  <c:v>0.610220164720018</c:v>
                </c:pt>
                <c:pt idx="74">
                  <c:v>1.20654740826041</c:v>
                </c:pt>
                <c:pt idx="75">
                  <c:v>1.20654740826039</c:v>
                </c:pt>
                <c:pt idx="76">
                  <c:v>1.20654740826039</c:v>
                </c:pt>
                <c:pt idx="77">
                  <c:v>0.471044743995277</c:v>
                </c:pt>
                <c:pt idx="78">
                  <c:v>1.20654740826044</c:v>
                </c:pt>
                <c:pt idx="79">
                  <c:v>1.20654740826044</c:v>
                </c:pt>
              </c:numCache>
            </c:numRef>
          </c:xVal>
          <c:yVal>
            <c:numRef>
              <c:f>F04a.csv!$F$2:$F$81</c:f>
              <c:numCache>
                <c:formatCode>General</c:formatCode>
                <c:ptCount val="80"/>
                <c:pt idx="0">
                  <c:v>-0.427518334422715</c:v>
                </c:pt>
                <c:pt idx="1">
                  <c:v>0.567076475113352</c:v>
                </c:pt>
                <c:pt idx="2">
                  <c:v>0.858319038698382</c:v>
                </c:pt>
                <c:pt idx="3">
                  <c:v>1.09479542119306</c:v>
                </c:pt>
                <c:pt idx="4">
                  <c:v>-0.944016885279482</c:v>
                </c:pt>
                <c:pt idx="5">
                  <c:v>0.350362895176558</c:v>
                </c:pt>
                <c:pt idx="6">
                  <c:v>0.567076475113323</c:v>
                </c:pt>
                <c:pt idx="7">
                  <c:v>1.00685233292655</c:v>
                </c:pt>
                <c:pt idx="8">
                  <c:v>0.858319038698382</c:v>
                </c:pt>
                <c:pt idx="9">
                  <c:v>1.53227149057739</c:v>
                </c:pt>
                <c:pt idx="10">
                  <c:v>0.116468432539291</c:v>
                </c:pt>
                <c:pt idx="11">
                  <c:v>0.746091204885245</c:v>
                </c:pt>
                <c:pt idx="12">
                  <c:v>1.45462882732995</c:v>
                </c:pt>
                <c:pt idx="13">
                  <c:v>1.72062514563971</c:v>
                </c:pt>
                <c:pt idx="14">
                  <c:v>0.171002545987916</c:v>
                </c:pt>
                <c:pt idx="15">
                  <c:v>0.347519548957065</c:v>
                </c:pt>
                <c:pt idx="16">
                  <c:v>0.171002545987916</c:v>
                </c:pt>
                <c:pt idx="17">
                  <c:v>-0.245382608277325</c:v>
                </c:pt>
                <c:pt idx="18">
                  <c:v>1.36198884578045</c:v>
                </c:pt>
                <c:pt idx="19">
                  <c:v>0.89170723128366</c:v>
                </c:pt>
                <c:pt idx="20">
                  <c:v>1.75401459761867</c:v>
                </c:pt>
                <c:pt idx="21">
                  <c:v>-0.367920155445163</c:v>
                </c:pt>
                <c:pt idx="22">
                  <c:v>0.025930805122086</c:v>
                </c:pt>
                <c:pt idx="23">
                  <c:v>-1.41735963503286</c:v>
                </c:pt>
                <c:pt idx="24">
                  <c:v>-1.41735963503281</c:v>
                </c:pt>
                <c:pt idx="25">
                  <c:v>1.67474761924064</c:v>
                </c:pt>
                <c:pt idx="26">
                  <c:v>-0.832715004133278</c:v>
                </c:pt>
                <c:pt idx="27">
                  <c:v>2.47249628841747</c:v>
                </c:pt>
                <c:pt idx="28">
                  <c:v>-0.832715004133249</c:v>
                </c:pt>
                <c:pt idx="29">
                  <c:v>0.862095274465175</c:v>
                </c:pt>
                <c:pt idx="30">
                  <c:v>1.76432990350805</c:v>
                </c:pt>
                <c:pt idx="31">
                  <c:v>-1.02788834188088</c:v>
                </c:pt>
                <c:pt idx="32">
                  <c:v>0.73936371125633</c:v>
                </c:pt>
                <c:pt idx="33">
                  <c:v>0.634927385952337</c:v>
                </c:pt>
                <c:pt idx="34">
                  <c:v>-0.800257291196531</c:v>
                </c:pt>
                <c:pt idx="35">
                  <c:v>0.161059995185623</c:v>
                </c:pt>
                <c:pt idx="36">
                  <c:v>-1.02788834188085</c:v>
                </c:pt>
                <c:pt idx="37">
                  <c:v>0.258596972048066</c:v>
                </c:pt>
                <c:pt idx="38">
                  <c:v>-0.800257291196474</c:v>
                </c:pt>
                <c:pt idx="39">
                  <c:v>-1.02788834188088</c:v>
                </c:pt>
                <c:pt idx="40">
                  <c:v>1.13826940667858</c:v>
                </c:pt>
                <c:pt idx="41">
                  <c:v>-1.08953835100594</c:v>
                </c:pt>
                <c:pt idx="42">
                  <c:v>-0.274502469428896</c:v>
                </c:pt>
                <c:pt idx="43">
                  <c:v>-0.0490373524680913</c:v>
                </c:pt>
                <c:pt idx="44">
                  <c:v>0.0604678554871175</c:v>
                </c:pt>
                <c:pt idx="45">
                  <c:v>-1.0307657286671</c:v>
                </c:pt>
                <c:pt idx="46">
                  <c:v>0.0604678554871743</c:v>
                </c:pt>
                <c:pt idx="47">
                  <c:v>0.219984657335102</c:v>
                </c:pt>
                <c:pt idx="48">
                  <c:v>-1.08953835100594</c:v>
                </c:pt>
                <c:pt idx="49">
                  <c:v>0.0604678554871175</c:v>
                </c:pt>
                <c:pt idx="50">
                  <c:v>0.0937431935573006</c:v>
                </c:pt>
                <c:pt idx="51">
                  <c:v>1.33070585663018</c:v>
                </c:pt>
                <c:pt idx="52">
                  <c:v>2.19743214260354</c:v>
                </c:pt>
                <c:pt idx="53">
                  <c:v>-0.155783546484642</c:v>
                </c:pt>
                <c:pt idx="54">
                  <c:v>-0.879699138952802</c:v>
                </c:pt>
                <c:pt idx="55">
                  <c:v>1.32430959741613</c:v>
                </c:pt>
                <c:pt idx="56">
                  <c:v>-0.879699138952802</c:v>
                </c:pt>
                <c:pt idx="57">
                  <c:v>2.19743214260354</c:v>
                </c:pt>
                <c:pt idx="58">
                  <c:v>-0.879699138952774</c:v>
                </c:pt>
                <c:pt idx="59">
                  <c:v>0.412118272847108</c:v>
                </c:pt>
                <c:pt idx="60">
                  <c:v>0.798747673569223</c:v>
                </c:pt>
                <c:pt idx="61">
                  <c:v>0.38398249324875</c:v>
                </c:pt>
                <c:pt idx="62">
                  <c:v>0.453197363006736</c:v>
                </c:pt>
                <c:pt idx="63">
                  <c:v>0.625663471326858</c:v>
                </c:pt>
                <c:pt idx="64">
                  <c:v>0.863013781452266</c:v>
                </c:pt>
                <c:pt idx="65">
                  <c:v>0.453197363006736</c:v>
                </c:pt>
                <c:pt idx="66">
                  <c:v>1.43745774479562</c:v>
                </c:pt>
                <c:pt idx="67">
                  <c:v>0.453197363006736</c:v>
                </c:pt>
                <c:pt idx="68">
                  <c:v>0.863013781452266</c:v>
                </c:pt>
                <c:pt idx="69">
                  <c:v>0.453197363006736</c:v>
                </c:pt>
                <c:pt idx="70">
                  <c:v>0.855716049201887</c:v>
                </c:pt>
                <c:pt idx="71">
                  <c:v>-1.40516232424924</c:v>
                </c:pt>
                <c:pt idx="72">
                  <c:v>0.855716049201887</c:v>
                </c:pt>
                <c:pt idx="73">
                  <c:v>1.22744725405705</c:v>
                </c:pt>
                <c:pt idx="74">
                  <c:v>2.78838456934384</c:v>
                </c:pt>
                <c:pt idx="75">
                  <c:v>-0.499074219997383</c:v>
                </c:pt>
                <c:pt idx="76">
                  <c:v>1.20654740826044</c:v>
                </c:pt>
                <c:pt idx="77">
                  <c:v>1.3203409106082</c:v>
                </c:pt>
                <c:pt idx="78">
                  <c:v>1.20654740826044</c:v>
                </c:pt>
                <c:pt idx="79">
                  <c:v>-0.499074219997354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1980463"/>
        <c:axId val="302044768"/>
      </c:scatterChart>
      <c:valAx>
        <c:axId val="9519804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Original margin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02044768"/>
        <c:crosses val="autoZero"/>
        <c:crossBetween val="midCat"/>
      </c:valAx>
      <c:valAx>
        <c:axId val="30204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Permuted margin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951980463"/>
        <c:crosses val="autoZero"/>
        <c:crossBetween val="midCat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5b6cb24-430c-4112-ab00-642de14fc84a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82561961446211"/>
          <c:y val="0.0625"/>
          <c:w val="0.90739095673803"/>
          <c:h val="0.67370401337792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Sheet1!$B$2:$B$217</c:f>
              <c:numCache>
                <c:formatCode>0.00E+00</c:formatCode>
                <c:ptCount val="216"/>
                <c:pt idx="0">
                  <c:v>1.50335842685755e-6</c:v>
                </c:pt>
                <c:pt idx="1">
                  <c:v>3.84637641764883e-7</c:v>
                </c:pt>
                <c:pt idx="2">
                  <c:v>8.31328260675335e-7</c:v>
                </c:pt>
                <c:pt idx="3" c:formatCode="General">
                  <c:v>0.983010383307664</c:v>
                </c:pt>
                <c:pt idx="4" c:formatCode="General">
                  <c:v>0</c:v>
                </c:pt>
                <c:pt idx="5" c:formatCode="General">
                  <c:v>11.8749975279729</c:v>
                </c:pt>
                <c:pt idx="6" c:formatCode="General">
                  <c:v>7.88179258894605</c:v>
                </c:pt>
                <c:pt idx="7" c:formatCode="General">
                  <c:v>11.8762319422723</c:v>
                </c:pt>
                <c:pt idx="8" c:formatCode="General">
                  <c:v>16.5226569666386</c:v>
                </c:pt>
                <c:pt idx="9" c:formatCode="General">
                  <c:v>20.5810559286596</c:v>
                </c:pt>
                <c:pt idx="10" c:formatCode="General">
                  <c:v>13.850169828032</c:v>
                </c:pt>
                <c:pt idx="11" c:formatCode="General">
                  <c:v>0</c:v>
                </c:pt>
                <c:pt idx="12">
                  <c:v>1.15158218561007e-6</c:v>
                </c:pt>
                <c:pt idx="13" c:formatCode="General">
                  <c:v>0</c:v>
                </c:pt>
                <c:pt idx="14" c:formatCode="General">
                  <c:v>0</c:v>
                </c:pt>
                <c:pt idx="15" c:formatCode="General">
                  <c:v>0</c:v>
                </c:pt>
                <c:pt idx="16" c:formatCode="General">
                  <c:v>0</c:v>
                </c:pt>
                <c:pt idx="17" c:formatCode="General">
                  <c:v>0</c:v>
                </c:pt>
                <c:pt idx="18">
                  <c:v>4.19042680693815e-7</c:v>
                </c:pt>
                <c:pt idx="19" c:formatCode="General">
                  <c:v>0</c:v>
                </c:pt>
                <c:pt idx="20">
                  <c:v>1.36804150702163e-7</c:v>
                </c:pt>
                <c:pt idx="21">
                  <c:v>1.65182496447702e-6</c:v>
                </c:pt>
                <c:pt idx="22" c:formatCode="General">
                  <c:v>0</c:v>
                </c:pt>
                <c:pt idx="23" c:formatCode="General">
                  <c:v>0</c:v>
                </c:pt>
                <c:pt idx="24">
                  <c:v>1.52201663605743e-7</c:v>
                </c:pt>
                <c:pt idx="25">
                  <c:v>7.81922212700348e-7</c:v>
                </c:pt>
                <c:pt idx="26">
                  <c:v>1.24700648296283e-6</c:v>
                </c:pt>
                <c:pt idx="27">
                  <c:v>5.99531480016679e-8</c:v>
                </c:pt>
                <c:pt idx="28" c:formatCode="General">
                  <c:v>0</c:v>
                </c:pt>
                <c:pt idx="29">
                  <c:v>2.32218946072393e-7</c:v>
                </c:pt>
                <c:pt idx="30">
                  <c:v>2.63899328861727e-7</c:v>
                </c:pt>
                <c:pt idx="31" c:formatCode="General">
                  <c:v>7.94400694534158</c:v>
                </c:pt>
                <c:pt idx="32">
                  <c:v>1.34995436495977e-7</c:v>
                </c:pt>
                <c:pt idx="33" c:formatCode="General">
                  <c:v>0</c:v>
                </c:pt>
                <c:pt idx="34" c:formatCode="General">
                  <c:v>9.3396970817231</c:v>
                </c:pt>
                <c:pt idx="35" c:formatCode="General">
                  <c:v>15.7660675832414</c:v>
                </c:pt>
                <c:pt idx="36" c:formatCode="General">
                  <c:v>13.252854694201</c:v>
                </c:pt>
                <c:pt idx="37" c:formatCode="General">
                  <c:v>12.3378043573598</c:v>
                </c:pt>
                <c:pt idx="38">
                  <c:v>7.60079137879232e-7</c:v>
                </c:pt>
                <c:pt idx="39" c:formatCode="General">
                  <c:v>0</c:v>
                </c:pt>
                <c:pt idx="40" c:formatCode="General">
                  <c:v>0</c:v>
                </c:pt>
                <c:pt idx="41">
                  <c:v>9.82641604974076e-7</c:v>
                </c:pt>
                <c:pt idx="42" c:formatCode="General">
                  <c:v>0</c:v>
                </c:pt>
                <c:pt idx="43" c:formatCode="General">
                  <c:v>0</c:v>
                </c:pt>
                <c:pt idx="44" c:formatCode="General">
                  <c:v>0</c:v>
                </c:pt>
                <c:pt idx="45" c:formatCode="General">
                  <c:v>0</c:v>
                </c:pt>
                <c:pt idx="46" c:formatCode="General">
                  <c:v>0</c:v>
                </c:pt>
                <c:pt idx="47">
                  <c:v>1.57729731264933e-6</c:v>
                </c:pt>
                <c:pt idx="48">
                  <c:v>7.41217787647575e-7</c:v>
                </c:pt>
                <c:pt idx="49" c:formatCode="General">
                  <c:v>0</c:v>
                </c:pt>
                <c:pt idx="50">
                  <c:v>1.15725256111254e-6</c:v>
                </c:pt>
                <c:pt idx="51">
                  <c:v>4.90090603544324e-7</c:v>
                </c:pt>
                <c:pt idx="52">
                  <c:v>1.04515806897965e-7</c:v>
                </c:pt>
                <c:pt idx="53" c:formatCode="General">
                  <c:v>0</c:v>
                </c:pt>
                <c:pt idx="54" c:formatCode="General">
                  <c:v>0</c:v>
                </c:pt>
                <c:pt idx="55" c:formatCode="General">
                  <c:v>6.13007878309621</c:v>
                </c:pt>
                <c:pt idx="56" c:formatCode="General">
                  <c:v>0</c:v>
                </c:pt>
                <c:pt idx="57" c:formatCode="General">
                  <c:v>0</c:v>
                </c:pt>
                <c:pt idx="58" c:formatCode="General">
                  <c:v>7.00467944145202</c:v>
                </c:pt>
                <c:pt idx="59" c:formatCode="General">
                  <c:v>0</c:v>
                </c:pt>
                <c:pt idx="60" c:formatCode="General">
                  <c:v>0</c:v>
                </c:pt>
                <c:pt idx="61">
                  <c:v>7.02580217670777e-7</c:v>
                </c:pt>
                <c:pt idx="62" c:formatCode="General">
                  <c:v>0</c:v>
                </c:pt>
                <c:pt idx="63">
                  <c:v>8.99116630703745e-7</c:v>
                </c:pt>
                <c:pt idx="64">
                  <c:v>1.19777332352465e-6</c:v>
                </c:pt>
                <c:pt idx="65" c:formatCode="General">
                  <c:v>2.16168865322722</c:v>
                </c:pt>
                <c:pt idx="66">
                  <c:v>8.7226532485829e-7</c:v>
                </c:pt>
                <c:pt idx="67" c:formatCode="General">
                  <c:v>0</c:v>
                </c:pt>
                <c:pt idx="68" c:formatCode="General">
                  <c:v>0</c:v>
                </c:pt>
                <c:pt idx="69" c:formatCode="General">
                  <c:v>0</c:v>
                </c:pt>
                <c:pt idx="70">
                  <c:v>2.90766630106631e-7</c:v>
                </c:pt>
                <c:pt idx="71">
                  <c:v>1.4590535245551e-6</c:v>
                </c:pt>
                <c:pt idx="72" c:formatCode="General">
                  <c:v>0</c:v>
                </c:pt>
                <c:pt idx="73" c:formatCode="General">
                  <c:v>0</c:v>
                </c:pt>
                <c:pt idx="74" c:formatCode="General">
                  <c:v>0</c:v>
                </c:pt>
                <c:pt idx="75" c:formatCode="General">
                  <c:v>15.7123159212768</c:v>
                </c:pt>
                <c:pt idx="76" c:formatCode="General">
                  <c:v>31.4406151002696</c:v>
                </c:pt>
                <c:pt idx="77" c:formatCode="General">
                  <c:v>47.2079262415038</c:v>
                </c:pt>
                <c:pt idx="78" c:formatCode="General">
                  <c:v>63.0350706172123</c:v>
                </c:pt>
                <c:pt idx="79" c:formatCode="General">
                  <c:v>71.5359460980681</c:v>
                </c:pt>
                <c:pt idx="80" c:formatCode="General">
                  <c:v>80.0019882539236</c:v>
                </c:pt>
                <c:pt idx="81" c:formatCode="General">
                  <c:v>88.432771362813</c:v>
                </c:pt>
                <c:pt idx="82" c:formatCode="General">
                  <c:v>96.9530931860061</c:v>
                </c:pt>
                <c:pt idx="83" c:formatCode="General">
                  <c:v>105.467663505844</c:v>
                </c:pt>
                <c:pt idx="84" c:formatCode="General">
                  <c:v>113.942758511917</c:v>
                </c:pt>
                <c:pt idx="85" c:formatCode="General">
                  <c:v>122.437972842479</c:v>
                </c:pt>
                <c:pt idx="86" c:formatCode="General">
                  <c:v>130.887700128109</c:v>
                </c:pt>
                <c:pt idx="87" c:formatCode="General">
                  <c:v>139.475489186793</c:v>
                </c:pt>
                <c:pt idx="88" c:formatCode="General">
                  <c:v>145.345597382547</c:v>
                </c:pt>
                <c:pt idx="89" c:formatCode="General">
                  <c:v>141.691754128777</c:v>
                </c:pt>
                <c:pt idx="90" c:formatCode="General">
                  <c:v>138.135965676347</c:v>
                </c:pt>
                <c:pt idx="91" c:formatCode="General">
                  <c:v>153.811023679709</c:v>
                </c:pt>
                <c:pt idx="92" c:formatCode="General">
                  <c:v>169.507949469806</c:v>
                </c:pt>
                <c:pt idx="93" c:formatCode="General">
                  <c:v>185.283257377663</c:v>
                </c:pt>
                <c:pt idx="94" c:formatCode="General">
                  <c:v>200.948426922445</c:v>
                </c:pt>
                <c:pt idx="95" c:formatCode="General">
                  <c:v>197.258341020525</c:v>
                </c:pt>
                <c:pt idx="96" c:formatCode="General">
                  <c:v>193.600808020497</c:v>
                </c:pt>
                <c:pt idx="97" c:formatCode="General">
                  <c:v>190.117270093014</c:v>
                </c:pt>
                <c:pt idx="98" c:formatCode="General">
                  <c:v>186.481611489913</c:v>
                </c:pt>
                <c:pt idx="99" c:formatCode="General">
                  <c:v>182.854410792957</c:v>
                </c:pt>
                <c:pt idx="100" c:formatCode="General">
                  <c:v>179.240882078142</c:v>
                </c:pt>
                <c:pt idx="101" c:formatCode="General">
                  <c:v>175.652881720409</c:v>
                </c:pt>
                <c:pt idx="102" c:formatCode="General">
                  <c:v>172.015561719826</c:v>
                </c:pt>
                <c:pt idx="103" c:formatCode="General">
                  <c:v>168.494868163629</c:v>
                </c:pt>
                <c:pt idx="104" c:formatCode="General">
                  <c:v>164.975818183898</c:v>
                </c:pt>
                <c:pt idx="105" c:formatCode="General">
                  <c:v>161.381246913496</c:v>
                </c:pt>
                <c:pt idx="106" c:formatCode="General">
                  <c:v>161.381246913496</c:v>
                </c:pt>
                <c:pt idx="107" c:formatCode="General">
                  <c:v>177.288538193373</c:v>
                </c:pt>
                <c:pt idx="108" c:formatCode="General">
                  <c:v>193.107893864103</c:v>
                </c:pt>
                <c:pt idx="109" c:formatCode="General">
                  <c:v>208.916225239282</c:v>
                </c:pt>
                <c:pt idx="110" c:formatCode="General">
                  <c:v>224.680771764897</c:v>
                </c:pt>
                <c:pt idx="111" c:formatCode="General">
                  <c:v>233.10698841686</c:v>
                </c:pt>
                <c:pt idx="112" c:formatCode="General">
                  <c:v>241.496481944784</c:v>
                </c:pt>
                <c:pt idx="113" c:formatCode="General">
                  <c:v>237.939626489674</c:v>
                </c:pt>
                <c:pt idx="114" c:formatCode="General">
                  <c:v>234.292887235292</c:v>
                </c:pt>
                <c:pt idx="115" c:formatCode="General">
                  <c:v>230.684993639548</c:v>
                </c:pt>
                <c:pt idx="116" c:formatCode="General">
                  <c:v>226.989579916052</c:v>
                </c:pt>
                <c:pt idx="117" c:formatCode="General">
                  <c:v>223.316852543984</c:v>
                </c:pt>
                <c:pt idx="118" c:formatCode="General">
                  <c:v>219.687480506297</c:v>
                </c:pt>
                <c:pt idx="119" c:formatCode="General">
                  <c:v>216.045845679786</c:v>
                </c:pt>
                <c:pt idx="120" c:formatCode="General">
                  <c:v>212.352286404492</c:v>
                </c:pt>
                <c:pt idx="121" c:formatCode="General">
                  <c:v>208.772426798239</c:v>
                </c:pt>
                <c:pt idx="122" c:formatCode="General">
                  <c:v>205.105167123591</c:v>
                </c:pt>
                <c:pt idx="123" c:formatCode="General">
                  <c:v>220.817383934856</c:v>
                </c:pt>
                <c:pt idx="124" c:formatCode="General">
                  <c:v>236.583431650542</c:v>
                </c:pt>
                <c:pt idx="125" c:formatCode="General">
                  <c:v>252.40799504495</c:v>
                </c:pt>
                <c:pt idx="126" c:formatCode="General">
                  <c:v>268.227329124484</c:v>
                </c:pt>
                <c:pt idx="127" c:formatCode="General">
                  <c:v>276.552590791935</c:v>
                </c:pt>
                <c:pt idx="128" c:formatCode="General">
                  <c:v>285.071895097732</c:v>
                </c:pt>
                <c:pt idx="129" c:formatCode="General">
                  <c:v>293.540640539654</c:v>
                </c:pt>
                <c:pt idx="130" c:formatCode="General">
                  <c:v>302.056944949589</c:v>
                </c:pt>
                <c:pt idx="131" c:formatCode="General">
                  <c:v>310.442070248832</c:v>
                </c:pt>
                <c:pt idx="132" c:formatCode="General">
                  <c:v>318.957698485097</c:v>
                </c:pt>
                <c:pt idx="133" c:formatCode="General">
                  <c:v>327.375172859838</c:v>
                </c:pt>
                <c:pt idx="134" c:formatCode="General">
                  <c:v>335.847783507887</c:v>
                </c:pt>
                <c:pt idx="135" c:formatCode="General">
                  <c:v>344.256233075885</c:v>
                </c:pt>
                <c:pt idx="136" c:formatCode="General">
                  <c:v>352.732331782836</c:v>
                </c:pt>
                <c:pt idx="137" c:formatCode="General">
                  <c:v>349.107961635214</c:v>
                </c:pt>
                <c:pt idx="138" c:formatCode="General">
                  <c:v>345.474845890143</c:v>
                </c:pt>
                <c:pt idx="139" c:formatCode="General">
                  <c:v>341.865964975989</c:v>
                </c:pt>
                <c:pt idx="140" c:formatCode="General">
                  <c:v>338.222744980297</c:v>
                </c:pt>
                <c:pt idx="141" c:formatCode="General">
                  <c:v>334.536079996733</c:v>
                </c:pt>
                <c:pt idx="142" c:formatCode="General">
                  <c:v>330.826249794114</c:v>
                </c:pt>
                <c:pt idx="143" c:formatCode="General">
                  <c:v>327.165777806795</c:v>
                </c:pt>
                <c:pt idx="144" c:formatCode="General">
                  <c:v>323.540656359073</c:v>
                </c:pt>
                <c:pt idx="145" c:formatCode="General">
                  <c:v>319.832854056641</c:v>
                </c:pt>
                <c:pt idx="146" c:formatCode="General">
                  <c:v>316.237442604911</c:v>
                </c:pt>
                <c:pt idx="147" c:formatCode="General">
                  <c:v>312.590827650504</c:v>
                </c:pt>
                <c:pt idx="148" c:formatCode="General">
                  <c:v>308.952456348913</c:v>
                </c:pt>
                <c:pt idx="149" c:formatCode="General">
                  <c:v>305.349117649634</c:v>
                </c:pt>
                <c:pt idx="150" c:formatCode="General">
                  <c:v>301.803949703287</c:v>
                </c:pt>
                <c:pt idx="151" c:formatCode="General">
                  <c:v>291.401827255726</c:v>
                </c:pt>
                <c:pt idx="152" c:formatCode="General">
                  <c:v>282.315248991951</c:v>
                </c:pt>
                <c:pt idx="153" c:formatCode="General">
                  <c:v>264.181765584682</c:v>
                </c:pt>
                <c:pt idx="154" c:formatCode="General">
                  <c:v>264.181765584682</c:v>
                </c:pt>
                <c:pt idx="155" c:formatCode="General">
                  <c:v>264.181765584682</c:v>
                </c:pt>
                <c:pt idx="156" c:formatCode="General">
                  <c:v>258.749829855688</c:v>
                </c:pt>
                <c:pt idx="157" c:formatCode="General">
                  <c:v>239.085764777571</c:v>
                </c:pt>
                <c:pt idx="158" c:formatCode="General">
                  <c:v>219.523189948984</c:v>
                </c:pt>
                <c:pt idx="159" c:formatCode="General">
                  <c:v>204.124062514967</c:v>
                </c:pt>
                <c:pt idx="160" c:formatCode="General">
                  <c:v>196.661861731481</c:v>
                </c:pt>
                <c:pt idx="161" c:formatCode="General">
                  <c:v>171.142185203825</c:v>
                </c:pt>
                <c:pt idx="162" c:formatCode="General">
                  <c:v>147.476507851652</c:v>
                </c:pt>
                <c:pt idx="163" c:formatCode="General">
                  <c:v>108.452422023754</c:v>
                </c:pt>
                <c:pt idx="164" c:formatCode="General">
                  <c:v>68.8886961985196</c:v>
                </c:pt>
                <c:pt idx="165" c:formatCode="General">
                  <c:v>38.5266573032117</c:v>
                </c:pt>
                <c:pt idx="166" c:formatCode="General">
                  <c:v>2.37116547821231</c:v>
                </c:pt>
                <c:pt idx="167" c:formatCode="General">
                  <c:v>0</c:v>
                </c:pt>
                <c:pt idx="168" c:formatCode="General">
                  <c:v>0</c:v>
                </c:pt>
                <c:pt idx="169" c:formatCode="General">
                  <c:v>0</c:v>
                </c:pt>
                <c:pt idx="170" c:formatCode="General">
                  <c:v>0</c:v>
                </c:pt>
                <c:pt idx="171" c:formatCode="General">
                  <c:v>0</c:v>
                </c:pt>
                <c:pt idx="172" c:formatCode="General">
                  <c:v>0</c:v>
                </c:pt>
                <c:pt idx="173" c:formatCode="General">
                  <c:v>0</c:v>
                </c:pt>
                <c:pt idx="174" c:formatCode="General">
                  <c:v>0</c:v>
                </c:pt>
                <c:pt idx="175" c:formatCode="General">
                  <c:v>0</c:v>
                </c:pt>
                <c:pt idx="176" c:formatCode="General">
                  <c:v>0</c:v>
                </c:pt>
                <c:pt idx="177" c:formatCode="General">
                  <c:v>0</c:v>
                </c:pt>
                <c:pt idx="178" c:formatCode="General">
                  <c:v>0</c:v>
                </c:pt>
                <c:pt idx="179" c:formatCode="General">
                  <c:v>0</c:v>
                </c:pt>
                <c:pt idx="180" c:formatCode="General">
                  <c:v>0</c:v>
                </c:pt>
                <c:pt idx="181" c:formatCode="General">
                  <c:v>0</c:v>
                </c:pt>
                <c:pt idx="182" c:formatCode="General">
                  <c:v>0</c:v>
                </c:pt>
                <c:pt idx="183" c:formatCode="General">
                  <c:v>0</c:v>
                </c:pt>
                <c:pt idx="184" c:formatCode="General">
                  <c:v>0</c:v>
                </c:pt>
                <c:pt idx="185" c:formatCode="General">
                  <c:v>0</c:v>
                </c:pt>
                <c:pt idx="186" c:formatCode="General">
                  <c:v>0</c:v>
                </c:pt>
                <c:pt idx="187" c:formatCode="General">
                  <c:v>0</c:v>
                </c:pt>
                <c:pt idx="188" c:formatCode="General">
                  <c:v>0</c:v>
                </c:pt>
                <c:pt idx="189" c:formatCode="General">
                  <c:v>0</c:v>
                </c:pt>
                <c:pt idx="190" c:formatCode="General">
                  <c:v>0</c:v>
                </c:pt>
                <c:pt idx="191" c:formatCode="General">
                  <c:v>0</c:v>
                </c:pt>
                <c:pt idx="192" c:formatCode="General">
                  <c:v>0</c:v>
                </c:pt>
                <c:pt idx="193" c:formatCode="General">
                  <c:v>0</c:v>
                </c:pt>
                <c:pt idx="194" c:formatCode="General">
                  <c:v>0</c:v>
                </c:pt>
                <c:pt idx="195" c:formatCode="General">
                  <c:v>0</c:v>
                </c:pt>
                <c:pt idx="196" c:formatCode="General">
                  <c:v>0</c:v>
                </c:pt>
                <c:pt idx="197" c:formatCode="General">
                  <c:v>0</c:v>
                </c:pt>
                <c:pt idx="198" c:formatCode="General">
                  <c:v>0</c:v>
                </c:pt>
                <c:pt idx="199" c:formatCode="General">
                  <c:v>0</c:v>
                </c:pt>
                <c:pt idx="200" c:formatCode="General">
                  <c:v>0</c:v>
                </c:pt>
                <c:pt idx="201" c:formatCode="General">
                  <c:v>0</c:v>
                </c:pt>
                <c:pt idx="202" c:formatCode="General">
                  <c:v>0</c:v>
                </c:pt>
                <c:pt idx="203" c:formatCode="General">
                  <c:v>0</c:v>
                </c:pt>
                <c:pt idx="204" c:formatCode="General">
                  <c:v>0</c:v>
                </c:pt>
                <c:pt idx="205" c:formatCode="General">
                  <c:v>0</c:v>
                </c:pt>
                <c:pt idx="206" c:formatCode="General">
                  <c:v>0</c:v>
                </c:pt>
                <c:pt idx="207" c:formatCode="General">
                  <c:v>0</c:v>
                </c:pt>
                <c:pt idx="208" c:formatCode="General">
                  <c:v>0</c:v>
                </c:pt>
                <c:pt idx="209" c:formatCode="General">
                  <c:v>0</c:v>
                </c:pt>
                <c:pt idx="210" c:formatCode="General">
                  <c:v>0</c:v>
                </c:pt>
                <c:pt idx="211" c:formatCode="General">
                  <c:v>0</c:v>
                </c:pt>
                <c:pt idx="212" c:formatCode="General">
                  <c:v>0</c:v>
                </c:pt>
                <c:pt idx="213" c:formatCode="General">
                  <c:v>0</c:v>
                </c:pt>
                <c:pt idx="214" c:formatCode="General">
                  <c:v>0</c:v>
                </c:pt>
                <c:pt idx="215" c:formatCode="General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8h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Sheet1!$C$2:$C$217</c:f>
              <c:numCache>
                <c:formatCode>0.00E+00</c:formatCode>
                <c:ptCount val="216"/>
                <c:pt idx="0">
                  <c:v>1.50335842685755e-6</c:v>
                </c:pt>
                <c:pt idx="1">
                  <c:v>3.84637641764883e-7</c:v>
                </c:pt>
                <c:pt idx="2">
                  <c:v>8.31328260675335e-7</c:v>
                </c:pt>
                <c:pt idx="3" c:formatCode="General">
                  <c:v>0.983010383307664</c:v>
                </c:pt>
                <c:pt idx="4" c:formatCode="General">
                  <c:v>0</c:v>
                </c:pt>
                <c:pt idx="5" c:formatCode="General">
                  <c:v>11.8749975279729</c:v>
                </c:pt>
                <c:pt idx="6" c:formatCode="General">
                  <c:v>7.88179258894605</c:v>
                </c:pt>
                <c:pt idx="7" c:formatCode="General">
                  <c:v>11.8762319422723</c:v>
                </c:pt>
                <c:pt idx="8" c:formatCode="General">
                  <c:v>16.5226569666386</c:v>
                </c:pt>
                <c:pt idx="9" c:formatCode="General">
                  <c:v>20.5810559286596</c:v>
                </c:pt>
                <c:pt idx="10" c:formatCode="General">
                  <c:v>13.850169828032</c:v>
                </c:pt>
                <c:pt idx="11" c:formatCode="General">
                  <c:v>0</c:v>
                </c:pt>
                <c:pt idx="12">
                  <c:v>1.15158218561007e-6</c:v>
                </c:pt>
                <c:pt idx="13" c:formatCode="General">
                  <c:v>0</c:v>
                </c:pt>
                <c:pt idx="14" c:formatCode="General">
                  <c:v>0</c:v>
                </c:pt>
                <c:pt idx="15" c:formatCode="General">
                  <c:v>0</c:v>
                </c:pt>
                <c:pt idx="16" c:formatCode="General">
                  <c:v>0</c:v>
                </c:pt>
                <c:pt idx="17" c:formatCode="General">
                  <c:v>0</c:v>
                </c:pt>
                <c:pt idx="18">
                  <c:v>4.19042680693815e-7</c:v>
                </c:pt>
                <c:pt idx="19" c:formatCode="General">
                  <c:v>0</c:v>
                </c:pt>
                <c:pt idx="20">
                  <c:v>1.36804150702163e-7</c:v>
                </c:pt>
                <c:pt idx="21">
                  <c:v>1.65182496447702e-6</c:v>
                </c:pt>
                <c:pt idx="22" c:formatCode="General">
                  <c:v>0</c:v>
                </c:pt>
                <c:pt idx="23" c:formatCode="General">
                  <c:v>0</c:v>
                </c:pt>
                <c:pt idx="24">
                  <c:v>1.52201663605743e-7</c:v>
                </c:pt>
                <c:pt idx="25">
                  <c:v>7.81922212700348e-7</c:v>
                </c:pt>
                <c:pt idx="26">
                  <c:v>1.24700648296283e-6</c:v>
                </c:pt>
                <c:pt idx="27">
                  <c:v>5.99531480016679e-8</c:v>
                </c:pt>
                <c:pt idx="28" c:formatCode="General">
                  <c:v>0</c:v>
                </c:pt>
                <c:pt idx="29">
                  <c:v>2.32218946072393e-7</c:v>
                </c:pt>
                <c:pt idx="30">
                  <c:v>2.63899328861727e-7</c:v>
                </c:pt>
                <c:pt idx="31" c:formatCode="General">
                  <c:v>7.94400694534158</c:v>
                </c:pt>
                <c:pt idx="32">
                  <c:v>1.34995436495977e-7</c:v>
                </c:pt>
                <c:pt idx="33" c:formatCode="General">
                  <c:v>0</c:v>
                </c:pt>
                <c:pt idx="34" c:formatCode="General">
                  <c:v>9.3396970817231</c:v>
                </c:pt>
                <c:pt idx="35" c:formatCode="General">
                  <c:v>15.7660675832414</c:v>
                </c:pt>
                <c:pt idx="36" c:formatCode="General">
                  <c:v>13.252854694201</c:v>
                </c:pt>
                <c:pt idx="37" c:formatCode="General">
                  <c:v>12.3378043573598</c:v>
                </c:pt>
                <c:pt idx="38">
                  <c:v>7.60079137879232e-7</c:v>
                </c:pt>
                <c:pt idx="39" c:formatCode="General">
                  <c:v>0</c:v>
                </c:pt>
                <c:pt idx="40" c:formatCode="General">
                  <c:v>0</c:v>
                </c:pt>
                <c:pt idx="41">
                  <c:v>9.82641604974076e-7</c:v>
                </c:pt>
                <c:pt idx="42" c:formatCode="General">
                  <c:v>0</c:v>
                </c:pt>
                <c:pt idx="43" c:formatCode="General">
                  <c:v>0</c:v>
                </c:pt>
                <c:pt idx="44" c:formatCode="General">
                  <c:v>0</c:v>
                </c:pt>
                <c:pt idx="45" c:formatCode="General">
                  <c:v>0</c:v>
                </c:pt>
                <c:pt idx="46" c:formatCode="General">
                  <c:v>0</c:v>
                </c:pt>
                <c:pt idx="47">
                  <c:v>1.57729731264933e-6</c:v>
                </c:pt>
                <c:pt idx="48">
                  <c:v>7.41217787647575e-7</c:v>
                </c:pt>
                <c:pt idx="49" c:formatCode="General">
                  <c:v>0</c:v>
                </c:pt>
                <c:pt idx="50">
                  <c:v>1.15725256111254e-6</c:v>
                </c:pt>
                <c:pt idx="51">
                  <c:v>4.90090603544324e-7</c:v>
                </c:pt>
                <c:pt idx="52">
                  <c:v>1.04515806897965e-7</c:v>
                </c:pt>
                <c:pt idx="53" c:formatCode="General">
                  <c:v>0</c:v>
                </c:pt>
                <c:pt idx="54" c:formatCode="General">
                  <c:v>0</c:v>
                </c:pt>
                <c:pt idx="55" c:formatCode="General">
                  <c:v>6.13007878309621</c:v>
                </c:pt>
                <c:pt idx="56" c:formatCode="General">
                  <c:v>0</c:v>
                </c:pt>
                <c:pt idx="57" c:formatCode="General">
                  <c:v>0</c:v>
                </c:pt>
                <c:pt idx="58" c:formatCode="General">
                  <c:v>7.00467944145202</c:v>
                </c:pt>
                <c:pt idx="59" c:formatCode="General">
                  <c:v>0</c:v>
                </c:pt>
                <c:pt idx="60" c:formatCode="General">
                  <c:v>0</c:v>
                </c:pt>
                <c:pt idx="61">
                  <c:v>7.02580217670777e-7</c:v>
                </c:pt>
                <c:pt idx="62" c:formatCode="General">
                  <c:v>0</c:v>
                </c:pt>
                <c:pt idx="63">
                  <c:v>8.99116630703745e-7</c:v>
                </c:pt>
                <c:pt idx="64">
                  <c:v>1.19777332352465e-6</c:v>
                </c:pt>
                <c:pt idx="65" c:formatCode="General">
                  <c:v>2.16168865322722</c:v>
                </c:pt>
                <c:pt idx="66">
                  <c:v>8.7226532485829e-7</c:v>
                </c:pt>
                <c:pt idx="67" c:formatCode="General">
                  <c:v>0</c:v>
                </c:pt>
                <c:pt idx="68" c:formatCode="General">
                  <c:v>0</c:v>
                </c:pt>
                <c:pt idx="69" c:formatCode="General">
                  <c:v>0</c:v>
                </c:pt>
                <c:pt idx="70">
                  <c:v>2.90766630106631e-7</c:v>
                </c:pt>
                <c:pt idx="71">
                  <c:v>1.4590535245551e-6</c:v>
                </c:pt>
                <c:pt idx="72" c:formatCode="General">
                  <c:v>0</c:v>
                </c:pt>
                <c:pt idx="73" c:formatCode="General">
                  <c:v>0</c:v>
                </c:pt>
                <c:pt idx="74" c:formatCode="General">
                  <c:v>0</c:v>
                </c:pt>
                <c:pt idx="75" c:formatCode="General">
                  <c:v>12.4479591293036</c:v>
                </c:pt>
                <c:pt idx="76" c:formatCode="General">
                  <c:v>24.9119015163234</c:v>
                </c:pt>
                <c:pt idx="77" c:formatCode="General">
                  <c:v>37.4148558655845</c:v>
                </c:pt>
                <c:pt idx="78" c:formatCode="General">
                  <c:v>49.9776451778546</c:v>
                </c:pt>
                <c:pt idx="79" c:formatCode="General">
                  <c:v>62.5589653522757</c:v>
                </c:pt>
                <c:pt idx="80" c:formatCode="General">
                  <c:v>75.1054539302313</c:v>
                </c:pt>
                <c:pt idx="81" c:formatCode="General">
                  <c:v>87.6166834612207</c:v>
                </c:pt>
                <c:pt idx="82" c:formatCode="General">
                  <c:v>100.217449977979</c:v>
                </c:pt>
                <c:pt idx="83" c:formatCode="General">
                  <c:v>107.013936320117</c:v>
                </c:pt>
                <c:pt idx="84" c:formatCode="General">
                  <c:v>113.770947348491</c:v>
                </c:pt>
                <c:pt idx="85" c:formatCode="General">
                  <c:v>120.548077701355</c:v>
                </c:pt>
                <c:pt idx="86" c:formatCode="General">
                  <c:v>127.279721009285</c:v>
                </c:pt>
                <c:pt idx="87" c:formatCode="General">
                  <c:v>134.149429547339</c:v>
                </c:pt>
                <c:pt idx="88" c:formatCode="General">
                  <c:v>138.301453765394</c:v>
                </c:pt>
                <c:pt idx="89" c:formatCode="General">
                  <c:v>135.46370014175</c:v>
                </c:pt>
                <c:pt idx="90" c:formatCode="General">
                  <c:v>132.723997862378</c:v>
                </c:pt>
                <c:pt idx="91" c:formatCode="General">
                  <c:v>145.134699938035</c:v>
                </c:pt>
                <c:pt idx="92" c:formatCode="General">
                  <c:v>157.567268936159</c:v>
                </c:pt>
                <c:pt idx="93" c:formatCode="General">
                  <c:v>170.078220052042</c:v>
                </c:pt>
                <c:pt idx="94" c:formatCode="General">
                  <c:v>182.479033236985</c:v>
                </c:pt>
                <c:pt idx="95" c:formatCode="General">
                  <c:v>194.906707158865</c:v>
                </c:pt>
                <c:pt idx="96" c:formatCode="General">
                  <c:v>207.366933982635</c:v>
                </c:pt>
                <c:pt idx="97" c:formatCode="General">
                  <c:v>220.001155878951</c:v>
                </c:pt>
                <c:pt idx="98" c:formatCode="General">
                  <c:v>232.483258828184</c:v>
                </c:pt>
                <c:pt idx="99" c:formatCode="General">
                  <c:v>229.672147761356</c:v>
                </c:pt>
                <c:pt idx="100" c:formatCode="General">
                  <c:v>226.874708676668</c:v>
                </c:pt>
                <c:pt idx="101" c:formatCode="General">
                  <c:v>224.102797949061</c:v>
                </c:pt>
                <c:pt idx="102" c:formatCode="General">
                  <c:v>221.281567578606</c:v>
                </c:pt>
                <c:pt idx="103" c:formatCode="General">
                  <c:v>218.576963652535</c:v>
                </c:pt>
                <c:pt idx="104" c:formatCode="General">
                  <c:v>215.87400330293</c:v>
                </c:pt>
                <c:pt idx="105" c:formatCode="General">
                  <c:v>213.095521662656</c:v>
                </c:pt>
                <c:pt idx="106" c:formatCode="General">
                  <c:v>213.095521662656</c:v>
                </c:pt>
                <c:pt idx="107" c:formatCode="General">
                  <c:v>225.738454422025</c:v>
                </c:pt>
                <c:pt idx="108" c:formatCode="General">
                  <c:v>238.293453300782</c:v>
                </c:pt>
                <c:pt idx="109" c:formatCode="General">
                  <c:v>250.837427883988</c:v>
                </c:pt>
                <c:pt idx="110" c:formatCode="General">
                  <c:v>263.337617617629</c:v>
                </c:pt>
                <c:pt idx="111" c:formatCode="General">
                  <c:v>275.844280691694</c:v>
                </c:pt>
                <c:pt idx="112" c:formatCode="General">
                  <c:v>288.314220641718</c:v>
                </c:pt>
                <c:pt idx="113" c:formatCode="General">
                  <c:v>300.875125010406</c:v>
                </c:pt>
                <c:pt idx="114" c:formatCode="General">
                  <c:v>313.346147308358</c:v>
                </c:pt>
                <c:pt idx="115" c:formatCode="General">
                  <c:v>310.55434334274</c:v>
                </c:pt>
                <c:pt idx="116" c:formatCode="General">
                  <c:v>307.675017520837</c:v>
                </c:pt>
                <c:pt idx="117" c:formatCode="General">
                  <c:v>304.818379778897</c:v>
                </c:pt>
                <c:pt idx="118" c:formatCode="General">
                  <c:v>302.005097371337</c:v>
                </c:pt>
                <c:pt idx="119" c:formatCode="General">
                  <c:v>299.179552174951</c:v>
                </c:pt>
                <c:pt idx="120" c:formatCode="General">
                  <c:v>296.302082529785</c:v>
                </c:pt>
                <c:pt idx="121" c:formatCode="General">
                  <c:v>293.538312553659</c:v>
                </c:pt>
                <c:pt idx="122" c:formatCode="General">
                  <c:v>290.687142509138</c:v>
                </c:pt>
                <c:pt idx="123" c:formatCode="General">
                  <c:v>303.135004256964</c:v>
                </c:pt>
                <c:pt idx="124" c:formatCode="General">
                  <c:v>315.636695180677</c:v>
                </c:pt>
                <c:pt idx="125" c:formatCode="General">
                  <c:v>328.196903511645</c:v>
                </c:pt>
                <c:pt idx="126" c:formatCode="General">
                  <c:v>340.751884256276</c:v>
                </c:pt>
                <c:pt idx="127" c:formatCode="General">
                  <c:v>353.157591481562</c:v>
                </c:pt>
                <c:pt idx="128" c:formatCode="General">
                  <c:v>365.757340480923</c:v>
                </c:pt>
                <c:pt idx="129" c:formatCode="General">
                  <c:v>378.306530616411</c:v>
                </c:pt>
                <c:pt idx="130" c:formatCode="General">
                  <c:v>390.903279719912</c:v>
                </c:pt>
                <c:pt idx="131" c:formatCode="General">
                  <c:v>397.57032276999</c:v>
                </c:pt>
                <c:pt idx="132" c:formatCode="General">
                  <c:v>404.367867028556</c:v>
                </c:pt>
                <c:pt idx="133" c:formatCode="General">
                  <c:v>411.067257425597</c:v>
                </c:pt>
                <c:pt idx="134" c:formatCode="General">
                  <c:v>417.821784095947</c:v>
                </c:pt>
                <c:pt idx="135" c:formatCode="General">
                  <c:v>424.51215141478</c:v>
                </c:pt>
                <c:pt idx="136" c:formatCode="General">
                  <c:v>431.2701696011</c:v>
                </c:pt>
                <c:pt idx="137" c:formatCode="General">
                  <c:v>428.461889083606</c:v>
                </c:pt>
                <c:pt idx="138" c:formatCode="General">
                  <c:v>425.644862968661</c:v>
                </c:pt>
                <c:pt idx="139" c:formatCode="General">
                  <c:v>422.852071684635</c:v>
                </c:pt>
                <c:pt idx="140" c:formatCode="General">
                  <c:v>420.024941319069</c:v>
                </c:pt>
                <c:pt idx="141" c:formatCode="General">
                  <c:v>417.154364237099</c:v>
                </c:pt>
                <c:pt idx="142" c:formatCode="General">
                  <c:v>414.260623664607</c:v>
                </c:pt>
                <c:pt idx="143" c:formatCode="General">
                  <c:v>411.416241307414</c:v>
                </c:pt>
                <c:pt idx="144" c:formatCode="General">
                  <c:v>408.607209489819</c:v>
                </c:pt>
                <c:pt idx="145" c:formatCode="General">
                  <c:v>405.715496817514</c:v>
                </c:pt>
                <c:pt idx="146" c:formatCode="General">
                  <c:v>402.936174995909</c:v>
                </c:pt>
                <c:pt idx="147" c:formatCode="General">
                  <c:v>400.105649671631</c:v>
                </c:pt>
                <c:pt idx="148" c:formatCode="General">
                  <c:v>397.283368000165</c:v>
                </c:pt>
                <c:pt idx="149" c:formatCode="General">
                  <c:v>394.496118931015</c:v>
                </c:pt>
                <c:pt idx="150" c:formatCode="General">
                  <c:v>391.767040614795</c:v>
                </c:pt>
                <c:pt idx="151" c:formatCode="General">
                  <c:v>389.058373744129</c:v>
                </c:pt>
                <c:pt idx="152" c:formatCode="General">
                  <c:v>386.35942951928</c:v>
                </c:pt>
                <c:pt idx="153" c:formatCode="General">
                  <c:v>383.593642874096</c:v>
                </c:pt>
                <c:pt idx="154" c:formatCode="General">
                  <c:v>383.593642874096</c:v>
                </c:pt>
                <c:pt idx="155" c:formatCode="General">
                  <c:v>383.593642874096</c:v>
                </c:pt>
                <c:pt idx="156" c:formatCode="General">
                  <c:v>378.161707145104</c:v>
                </c:pt>
                <c:pt idx="157" c:formatCode="General">
                  <c:v>358.497642066985</c:v>
                </c:pt>
                <c:pt idx="158" c:formatCode="General">
                  <c:v>338.935067238398</c:v>
                </c:pt>
                <c:pt idx="159" c:formatCode="General">
                  <c:v>323.535939804382</c:v>
                </c:pt>
                <c:pt idx="160" c:formatCode="General">
                  <c:v>316.073739020895</c:v>
                </c:pt>
                <c:pt idx="161" c:formatCode="General">
                  <c:v>290.55406249324</c:v>
                </c:pt>
                <c:pt idx="162" c:formatCode="General">
                  <c:v>266.888385141066</c:v>
                </c:pt>
                <c:pt idx="163" c:formatCode="General">
                  <c:v>227.864299313168</c:v>
                </c:pt>
                <c:pt idx="164" c:formatCode="General">
                  <c:v>188.300573487934</c:v>
                </c:pt>
                <c:pt idx="165" c:formatCode="General">
                  <c:v>157.938534592626</c:v>
                </c:pt>
                <c:pt idx="166" c:formatCode="General">
                  <c:v>121.783042767626</c:v>
                </c:pt>
                <c:pt idx="167" c:formatCode="General">
                  <c:v>104.640887974197</c:v>
                </c:pt>
                <c:pt idx="168" c:formatCode="General">
                  <c:v>46.640887974198</c:v>
                </c:pt>
                <c:pt idx="169" c:formatCode="General">
                  <c:v>0</c:v>
                </c:pt>
                <c:pt idx="170" c:formatCode="General">
                  <c:v>0</c:v>
                </c:pt>
                <c:pt idx="171" c:formatCode="General">
                  <c:v>0</c:v>
                </c:pt>
                <c:pt idx="172" c:formatCode="General">
                  <c:v>0</c:v>
                </c:pt>
                <c:pt idx="173" c:formatCode="General">
                  <c:v>0</c:v>
                </c:pt>
                <c:pt idx="174" c:formatCode="General">
                  <c:v>0</c:v>
                </c:pt>
                <c:pt idx="175" c:formatCode="General">
                  <c:v>0</c:v>
                </c:pt>
                <c:pt idx="176" c:formatCode="General">
                  <c:v>0</c:v>
                </c:pt>
                <c:pt idx="177" c:formatCode="General">
                  <c:v>0</c:v>
                </c:pt>
                <c:pt idx="178" c:formatCode="General">
                  <c:v>0</c:v>
                </c:pt>
                <c:pt idx="179" c:formatCode="General">
                  <c:v>0</c:v>
                </c:pt>
                <c:pt idx="180" c:formatCode="General">
                  <c:v>0</c:v>
                </c:pt>
                <c:pt idx="181" c:formatCode="General">
                  <c:v>0</c:v>
                </c:pt>
                <c:pt idx="182" c:formatCode="General">
                  <c:v>0</c:v>
                </c:pt>
                <c:pt idx="183" c:formatCode="General">
                  <c:v>0</c:v>
                </c:pt>
                <c:pt idx="184" c:formatCode="General">
                  <c:v>0</c:v>
                </c:pt>
                <c:pt idx="185" c:formatCode="General">
                  <c:v>0</c:v>
                </c:pt>
                <c:pt idx="186" c:formatCode="General">
                  <c:v>0</c:v>
                </c:pt>
                <c:pt idx="187" c:formatCode="General">
                  <c:v>0</c:v>
                </c:pt>
                <c:pt idx="188" c:formatCode="General">
                  <c:v>0</c:v>
                </c:pt>
                <c:pt idx="189" c:formatCode="General">
                  <c:v>0</c:v>
                </c:pt>
                <c:pt idx="190" c:formatCode="General">
                  <c:v>0</c:v>
                </c:pt>
                <c:pt idx="191" c:formatCode="General">
                  <c:v>0</c:v>
                </c:pt>
                <c:pt idx="192" c:formatCode="General">
                  <c:v>0</c:v>
                </c:pt>
                <c:pt idx="193" c:formatCode="General">
                  <c:v>0</c:v>
                </c:pt>
                <c:pt idx="194" c:formatCode="General">
                  <c:v>0</c:v>
                </c:pt>
                <c:pt idx="195" c:formatCode="General">
                  <c:v>0</c:v>
                </c:pt>
                <c:pt idx="196" c:formatCode="General">
                  <c:v>0</c:v>
                </c:pt>
                <c:pt idx="197" c:formatCode="General">
                  <c:v>0</c:v>
                </c:pt>
                <c:pt idx="198" c:formatCode="General">
                  <c:v>0</c:v>
                </c:pt>
                <c:pt idx="199" c:formatCode="General">
                  <c:v>0</c:v>
                </c:pt>
                <c:pt idx="200" c:formatCode="General">
                  <c:v>0</c:v>
                </c:pt>
                <c:pt idx="201" c:formatCode="General">
                  <c:v>0</c:v>
                </c:pt>
                <c:pt idx="202" c:formatCode="General">
                  <c:v>0</c:v>
                </c:pt>
                <c:pt idx="203" c:formatCode="General">
                  <c:v>0</c:v>
                </c:pt>
                <c:pt idx="204" c:formatCode="General">
                  <c:v>0</c:v>
                </c:pt>
                <c:pt idx="205" c:formatCode="General">
                  <c:v>0</c:v>
                </c:pt>
                <c:pt idx="206" c:formatCode="General">
                  <c:v>0</c:v>
                </c:pt>
                <c:pt idx="207" c:formatCode="General">
                  <c:v>0</c:v>
                </c:pt>
                <c:pt idx="208" c:formatCode="General">
                  <c:v>0</c:v>
                </c:pt>
                <c:pt idx="209" c:formatCode="General">
                  <c:v>0</c:v>
                </c:pt>
                <c:pt idx="210" c:formatCode="General">
                  <c:v>0</c:v>
                </c:pt>
                <c:pt idx="211" c:formatCode="General">
                  <c:v>0</c:v>
                </c:pt>
                <c:pt idx="212" c:formatCode="General">
                  <c:v>0</c:v>
                </c:pt>
                <c:pt idx="213" c:formatCode="General">
                  <c:v>0</c:v>
                </c:pt>
                <c:pt idx="214" c:formatCode="General">
                  <c:v>0</c:v>
                </c:pt>
                <c:pt idx="215" c:formatCode="General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97508504"/>
        <c:axId val="241323173"/>
      </c:lineChart>
      <c:catAx>
        <c:axId val="39750850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Hour in reference confirmation sequence (h)</a:t>
                </a:r>
                <a:endParaRPr lang="en-US" altLang="zh-CN"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241323173"/>
        <c:crosses val="autoZero"/>
        <c:auto val="1"/>
        <c:lblAlgn val="ctr"/>
        <c:lblOffset val="100"/>
        <c:tickLblSkip val="50"/>
        <c:tickMarkSkip val="50"/>
        <c:noMultiLvlLbl val="0"/>
      </c:catAx>
      <c:valAx>
        <c:axId val="24132317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Additional backlog(GPU-h)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>
            <c:manualLayout>
              <c:xMode val="edge"/>
              <c:yMode val="edge"/>
              <c:x val="0.020483688511223"/>
              <c:y val="0.088683473886854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#,##0_ 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97508504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31503085800686"/>
          <c:y val="0.102301066993786"/>
          <c:w val="0.178289064582038"/>
          <c:h val="0.19607023411371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42e1287-ba31-4d3d-92e8-e876ffff9f7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79125721588155"/>
          <c:y val="0.0450751252086811"/>
          <c:w val="0.905433393557485"/>
          <c:h val="0.750417362270451"/>
        </c:manualLayout>
      </c:layout>
      <c:lineChart>
        <c:grouping val="standard"/>
        <c:varyColors val="0"/>
        <c:ser>
          <c:idx val="0"/>
          <c:order val="0"/>
          <c:tx>
            <c:strRef>
              <c:f>'[fig4.xlsx]c'!$B$1</c:f>
              <c:strCache>
                <c:ptCount val="1"/>
                <c:pt idx="0">
                  <c:v>4h reduction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'[fig4.xlsx]c'!$A$2:$A$217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'[fig4.xlsx]c'!$B$2:$B$217</c:f>
              <c:numCache>
                <c:formatCode>0.00E+00</c:formatCode>
                <c:ptCount val="216"/>
                <c:pt idx="0">
                  <c:v>4.42252314769575e-7</c:v>
                </c:pt>
                <c:pt idx="1">
                  <c:v>-3.29101055740466e-7</c:v>
                </c:pt>
                <c:pt idx="2">
                  <c:v>1.31405840875232e-7</c:v>
                </c:pt>
                <c:pt idx="3" c:formatCode="General">
                  <c:v>0.289178031189407</c:v>
                </c:pt>
                <c:pt idx="4" c:formatCode="General">
                  <c:v>-0.289178275746393</c:v>
                </c:pt>
                <c:pt idx="5" c:formatCode="General">
                  <c:v>4.03093266078968</c:v>
                </c:pt>
                <c:pt idx="6" c:formatCode="General">
                  <c:v>-1.44071098847257</c:v>
                </c:pt>
                <c:pt idx="7" c:formatCode="General">
                  <c:v>1.30865312143703</c:v>
                </c:pt>
                <c:pt idx="8" c:formatCode="General">
                  <c:v>1.53171758876738</c:v>
                </c:pt>
                <c:pt idx="9" c:formatCode="General">
                  <c:v>1.40196840184045</c:v>
                </c:pt>
                <c:pt idx="10" c:formatCode="General">
                  <c:v>-2.46801381149554</c:v>
                </c:pt>
                <c:pt idx="11" c:formatCode="General">
                  <c:v>-4.36454697286661</c:v>
                </c:pt>
                <c:pt idx="12">
                  <c:v>3.38768018082192e-7</c:v>
                </c:pt>
                <c:pt idx="13">
                  <c:v>-3.38768018082192e-7</c:v>
                </c:pt>
                <c:pt idx="14" c:formatCode="General">
                  <c:v>0</c:v>
                </c:pt>
                <c:pt idx="15" c:formatCode="General">
                  <c:v>0</c:v>
                </c:pt>
                <c:pt idx="16" c:formatCode="General">
                  <c:v>0</c:v>
                </c:pt>
                <c:pt idx="17" c:formatCode="General">
                  <c:v>0</c:v>
                </c:pt>
                <c:pt idx="18">
                  <c:v>1.23272343444114e-7</c:v>
                </c:pt>
                <c:pt idx="19">
                  <c:v>-1.23272343444114e-7</c:v>
                </c:pt>
                <c:pt idx="20">
                  <c:v>4.02445721192635e-8</c:v>
                </c:pt>
                <c:pt idx="21">
                  <c:v>4.45683042471501e-7</c:v>
                </c:pt>
                <c:pt idx="22">
                  <c:v>-4.85927614590763e-7</c:v>
                </c:pt>
                <c:pt idx="23" c:formatCode="General">
                  <c:v>0</c:v>
                </c:pt>
                <c:pt idx="24">
                  <c:v>4.4774083107768e-8</c:v>
                </c:pt>
                <c:pt idx="25">
                  <c:v>1.85248779871472e-7</c:v>
                </c:pt>
                <c:pt idx="26">
                  <c:v>1.36816765916592e-7</c:v>
                </c:pt>
                <c:pt idx="27">
                  <c:v>-3.49202821325888e-7</c:v>
                </c:pt>
                <c:pt idx="28">
                  <c:v>-1.76367507265239e-8</c:v>
                </c:pt>
                <c:pt idx="29">
                  <c:v>6.83133407619607e-8</c:v>
                </c:pt>
                <c:pt idx="30">
                  <c:v>9.3195922090672e-9</c:v>
                </c:pt>
                <c:pt idx="31" c:formatCode="General">
                  <c:v>2.7272081453384</c:v>
                </c:pt>
                <c:pt idx="32" c:formatCode="General">
                  <c:v>-2.72720818325894</c:v>
                </c:pt>
                <c:pt idx="33">
                  <c:v>-3.97124608753074e-8</c:v>
                </c:pt>
                <c:pt idx="34" c:formatCode="General">
                  <c:v>3.12155537181785</c:v>
                </c:pt>
                <c:pt idx="35" c:formatCode="General">
                  <c:v>2.20933893508447</c:v>
                </c:pt>
                <c:pt idx="36" c:formatCode="General">
                  <c:v>-0.980112512495793</c:v>
                </c:pt>
                <c:pt idx="37" c:formatCode="General">
                  <c:v>-0.37886390588028</c:v>
                </c:pt>
                <c:pt idx="38" c:formatCode="General">
                  <c:v>-3.97191766492914</c:v>
                </c:pt>
                <c:pt idx="39">
                  <c:v>-2.23597226067794e-7</c:v>
                </c:pt>
                <c:pt idx="40" c:formatCode="General">
                  <c:v>0</c:v>
                </c:pt>
                <c:pt idx="41">
                  <c:v>2.89069816972186e-7</c:v>
                </c:pt>
                <c:pt idx="42">
                  <c:v>-2.89069816972186e-7</c:v>
                </c:pt>
                <c:pt idx="43" c:formatCode="General">
                  <c:v>0</c:v>
                </c:pt>
                <c:pt idx="44" c:formatCode="General">
                  <c:v>0</c:v>
                </c:pt>
                <c:pt idx="45" c:formatCode="General">
                  <c:v>0</c:v>
                </c:pt>
                <c:pt idx="46" c:formatCode="General">
                  <c:v>0</c:v>
                </c:pt>
                <c:pt idx="47">
                  <c:v>4.64003392153244e-7</c:v>
                </c:pt>
                <c:pt idx="48">
                  <c:v>-2.45954709043872e-7</c:v>
                </c:pt>
                <c:pt idx="49">
                  <c:v>-2.18048626265953e-7</c:v>
                </c:pt>
                <c:pt idx="50">
                  <c:v>3.40436201895499e-7</c:v>
                </c:pt>
                <c:pt idx="51">
                  <c:v>-1.96263158613874e-7</c:v>
                </c:pt>
                <c:pt idx="52">
                  <c:v>-1.13426949610584e-7</c:v>
                </c:pt>
                <c:pt idx="53">
                  <c:v>-3.07460368276224e-8</c:v>
                </c:pt>
                <c:pt idx="54" c:formatCode="General">
                  <c:v>0</c:v>
                </c:pt>
                <c:pt idx="55" c:formatCode="General">
                  <c:v>2.04162023662206</c:v>
                </c:pt>
                <c:pt idx="56" c:formatCode="General">
                  <c:v>-2.04162023662201</c:v>
                </c:pt>
                <c:pt idx="57" c:formatCode="General">
                  <c:v>0</c:v>
                </c:pt>
                <c:pt idx="58" c:formatCode="General">
                  <c:v>2.39001649590022</c:v>
                </c:pt>
                <c:pt idx="59" c:formatCode="General">
                  <c:v>-2.39001649590028</c:v>
                </c:pt>
                <c:pt idx="60" c:formatCode="General">
                  <c:v>0</c:v>
                </c:pt>
                <c:pt idx="61">
                  <c:v>2.06682443604222e-7</c:v>
                </c:pt>
                <c:pt idx="62">
                  <c:v>-2.06682329917384e-7</c:v>
                </c:pt>
                <c:pt idx="63">
                  <c:v>2.64498680735414e-7</c:v>
                </c:pt>
                <c:pt idx="64">
                  <c:v>8.78577566254535e-8</c:v>
                </c:pt>
                <c:pt idx="65" c:formatCode="General">
                  <c:v>0.668686628522096</c:v>
                </c:pt>
                <c:pt idx="66" c:formatCode="General">
                  <c:v>-0.6686867242787</c:v>
                </c:pt>
                <c:pt idx="67">
                  <c:v>-2.56599719250516e-7</c:v>
                </c:pt>
                <c:pt idx="68" c:formatCode="General">
                  <c:v>0</c:v>
                </c:pt>
                <c:pt idx="69" c:formatCode="General">
                  <c:v>0</c:v>
                </c:pt>
                <c:pt idx="70">
                  <c:v>8.55366124596912e-8</c:v>
                </c:pt>
                <c:pt idx="71">
                  <c:v>3.43682188486126e-7</c:v>
                </c:pt>
                <c:pt idx="72">
                  <c:v>-4.29218857789237e-7</c:v>
                </c:pt>
                <c:pt idx="73" c:formatCode="General">
                  <c:v>0</c:v>
                </c:pt>
                <c:pt idx="74" c:formatCode="General">
                  <c:v>0</c:v>
                </c:pt>
                <c:pt idx="75" c:formatCode="General">
                  <c:v>5.33739848717675</c:v>
                </c:pt>
                <c:pt idx="76" c:formatCode="General">
                  <c:v>5.34732515817642</c:v>
                </c:pt>
                <c:pt idx="77" c:formatCode="General">
                  <c:v>5.35860056950321</c:v>
                </c:pt>
                <c:pt idx="78" c:formatCode="General">
                  <c:v>5.36543359188265</c:v>
                </c:pt>
                <c:pt idx="79" c:formatCode="General">
                  <c:v>2.89075754394826</c:v>
                </c:pt>
                <c:pt idx="80" c:formatCode="General">
                  <c:v>2.85425538381519</c:v>
                </c:pt>
                <c:pt idx="81" c:formatCode="General">
                  <c:v>2.85363685397509</c:v>
                </c:pt>
                <c:pt idx="82" c:formatCode="General">
                  <c:v>2.87080731599235</c:v>
                </c:pt>
                <c:pt idx="83" c:formatCode="General">
                  <c:v>2.81896409181433</c:v>
                </c:pt>
                <c:pt idx="84" c:formatCode="General">
                  <c:v>2.8809773545995</c:v>
                </c:pt>
                <c:pt idx="85" c:formatCode="General">
                  <c:v>2.85816836789717</c:v>
                </c:pt>
                <c:pt idx="86" c:formatCode="General">
                  <c:v>2.85839654819301</c:v>
                </c:pt>
                <c:pt idx="87" c:formatCode="General">
                  <c:v>2.86770887467287</c:v>
                </c:pt>
                <c:pt idx="88" c:formatCode="General">
                  <c:v>1.97554497873875</c:v>
                </c:pt>
                <c:pt idx="89" c:formatCode="General">
                  <c:v>-1.2853424588112</c:v>
                </c:pt>
                <c:pt idx="90" c:formatCode="General">
                  <c:v>-1.25626879805588</c:v>
                </c:pt>
                <c:pt idx="91" c:formatCode="General">
                  <c:v>5.3359674589127</c:v>
                </c:pt>
                <c:pt idx="92" c:formatCode="General">
                  <c:v>5.34608446104653</c:v>
                </c:pt>
                <c:pt idx="93" c:formatCode="General">
                  <c:v>5.3627527627724</c:v>
                </c:pt>
                <c:pt idx="94" c:formatCode="General">
                  <c:v>5.32316455726493</c:v>
                </c:pt>
                <c:pt idx="95" c:formatCode="General">
                  <c:v>-1.29308151087213</c:v>
                </c:pt>
                <c:pt idx="96" c:formatCode="General">
                  <c:v>-1.27365487942745</c:v>
                </c:pt>
                <c:pt idx="97" c:formatCode="General">
                  <c:v>-1.25464645847399</c:v>
                </c:pt>
                <c:pt idx="98" c:formatCode="General">
                  <c:v>-1.26089072403744</c:v>
                </c:pt>
                <c:pt idx="99" c:formatCode="General">
                  <c:v>-1.31724468811126</c:v>
                </c:pt>
                <c:pt idx="100" c:formatCode="General">
                  <c:v>-1.22899563237842</c:v>
                </c:pt>
                <c:pt idx="101" c:formatCode="General">
                  <c:v>-1.26895159568919</c:v>
                </c:pt>
                <c:pt idx="102" c:formatCode="General">
                  <c:v>-1.23559829716111</c:v>
                </c:pt>
                <c:pt idx="103" c:formatCode="General">
                  <c:v>-1.18935721041044</c:v>
                </c:pt>
                <c:pt idx="104" c:formatCode="General">
                  <c:v>-1.21531392567714</c:v>
                </c:pt>
                <c:pt idx="105" c:formatCode="General">
                  <c:v>-1.25829160606077</c:v>
                </c:pt>
                <c:pt idx="106" c:formatCode="General">
                  <c:v>0.0270474909800669</c:v>
                </c:pt>
                <c:pt idx="107" c:formatCode="General">
                  <c:v>5.38605891753501</c:v>
                </c:pt>
                <c:pt idx="108" c:formatCode="General">
                  <c:v>5.37226489082911</c:v>
                </c:pt>
                <c:pt idx="109" c:formatCode="General">
                  <c:v>5.38490633234868</c:v>
                </c:pt>
                <c:pt idx="110" c:formatCode="General">
                  <c:v>5.34667512798147</c:v>
                </c:pt>
                <c:pt idx="111" c:formatCode="General">
                  <c:v>2.83503824810282</c:v>
                </c:pt>
                <c:pt idx="112" c:formatCode="General">
                  <c:v>2.90373539542326</c:v>
                </c:pt>
                <c:pt idx="113" c:formatCode="General">
                  <c:v>-1.2877066621777</c:v>
                </c:pt>
                <c:pt idx="114" c:formatCode="General">
                  <c:v>-1.2616951068345</c:v>
                </c:pt>
                <c:pt idx="115" c:formatCode="General">
                  <c:v>-1.13317966194654</c:v>
                </c:pt>
                <c:pt idx="116" c:formatCode="General">
                  <c:v>-1.24411904862062</c:v>
                </c:pt>
                <c:pt idx="117" c:formatCode="General">
                  <c:v>-1.30672944468176</c:v>
                </c:pt>
                <c:pt idx="118" c:formatCode="General">
                  <c:v>-1.2339375701714</c:v>
                </c:pt>
                <c:pt idx="119" c:formatCode="General">
                  <c:v>-1.24119411987198</c:v>
                </c:pt>
                <c:pt idx="120" c:formatCode="General">
                  <c:v>-1.25048194444958</c:v>
                </c:pt>
                <c:pt idx="121" c:formatCode="General">
                  <c:v>-1.16724421733943</c:v>
                </c:pt>
                <c:pt idx="122" c:formatCode="General">
                  <c:v>-1.25993512812636</c:v>
                </c:pt>
                <c:pt idx="123" c:formatCode="General">
                  <c:v>5.33515619095317</c:v>
                </c:pt>
                <c:pt idx="124" c:formatCode="General">
                  <c:v>5.3431708504039</c:v>
                </c:pt>
                <c:pt idx="125" c:formatCode="General">
                  <c:v>5.40047763158986</c:v>
                </c:pt>
                <c:pt idx="126" c:formatCode="General">
                  <c:v>5.40334572332545</c:v>
                </c:pt>
                <c:pt idx="127" c:formatCode="General">
                  <c:v>2.81046145195307</c:v>
                </c:pt>
                <c:pt idx="128" c:formatCode="General">
                  <c:v>2.98337912265396</c:v>
                </c:pt>
                <c:pt idx="129" c:formatCode="General">
                  <c:v>2.8920693282131</c:v>
                </c:pt>
                <c:pt idx="130" c:formatCode="General">
                  <c:v>2.88818398429634</c:v>
                </c:pt>
                <c:pt idx="131" c:formatCode="General">
                  <c:v>2.81386242169197</c:v>
                </c:pt>
                <c:pt idx="132" c:formatCode="General">
                  <c:v>2.92952594303914</c:v>
                </c:pt>
                <c:pt idx="133" c:formatCode="General">
                  <c:v>2.85762182738334</c:v>
                </c:pt>
                <c:pt idx="134" c:formatCode="General">
                  <c:v>2.82542685330201</c:v>
                </c:pt>
                <c:pt idx="135" c:formatCode="General">
                  <c:v>2.87022951176742</c:v>
                </c:pt>
                <c:pt idx="136" c:formatCode="General">
                  <c:v>2.91722701529216</c:v>
                </c:pt>
                <c:pt idx="137" c:formatCode="General">
                  <c:v>-1.26141916616723</c:v>
                </c:pt>
                <c:pt idx="138" c:formatCode="General">
                  <c:v>-1.18549558270695</c:v>
                </c:pt>
                <c:pt idx="139" c:formatCode="General">
                  <c:v>-1.25193569367229</c:v>
                </c:pt>
                <c:pt idx="140" c:formatCode="General">
                  <c:v>-1.20746266738535</c:v>
                </c:pt>
                <c:pt idx="141" c:formatCode="General">
                  <c:v>-1.2420565502548</c:v>
                </c:pt>
                <c:pt idx="142" c:formatCode="General">
                  <c:v>-1.2541609364058</c:v>
                </c:pt>
                <c:pt idx="143" c:formatCode="General">
                  <c:v>-1.31777486108671</c:v>
                </c:pt>
                <c:pt idx="144" c:formatCode="General">
                  <c:v>-1.24869038214626</c:v>
                </c:pt>
                <c:pt idx="145" c:formatCode="General">
                  <c:v>-1.26841941765467</c:v>
                </c:pt>
                <c:pt idx="146" c:formatCode="General">
                  <c:v>-1.13120378503549</c:v>
                </c:pt>
                <c:pt idx="147" c:formatCode="General">
                  <c:v>-1.28376033355505</c:v>
                </c:pt>
                <c:pt idx="148" c:formatCode="General">
                  <c:v>-1.20311745393036</c:v>
                </c:pt>
                <c:pt idx="149" c:formatCode="General">
                  <c:v>-1.22185335175089</c:v>
                </c:pt>
                <c:pt idx="150" c:formatCode="General">
                  <c:v>-1.18802435478284</c:v>
                </c:pt>
                <c:pt idx="151" c:formatCode="General">
                  <c:v>-3.59179362763814</c:v>
                </c:pt>
                <c:pt idx="152" c:formatCode="General">
                  <c:v>-3.14982069497113</c:v>
                </c:pt>
                <c:pt idx="153" c:formatCode="General">
                  <c:v>-6.15221370153437</c:v>
                </c:pt>
                <c:pt idx="154" c:formatCode="General">
                  <c:v>0.0514433015143822</c:v>
                </c:pt>
                <c:pt idx="155" c:formatCode="General">
                  <c:v>-0.0996801051599049</c:v>
                </c:pt>
                <c:pt idx="156" c:formatCode="General">
                  <c:v>-1.89296109719828</c:v>
                </c:pt>
                <c:pt idx="157" c:formatCode="General">
                  <c:v>-6.68194983968509</c:v>
                </c:pt>
                <c:pt idx="158" c:formatCode="General">
                  <c:v>-6.64383099718986</c:v>
                </c:pt>
                <c:pt idx="159" c:formatCode="General">
                  <c:v>-5.31091489282755</c:v>
                </c:pt>
                <c:pt idx="160" c:formatCode="General">
                  <c:v>-2.50275107140054</c:v>
                </c:pt>
                <c:pt idx="161" c:formatCode="General">
                  <c:v>-8.62870705123247</c:v>
                </c:pt>
                <c:pt idx="162" c:formatCode="General">
                  <c:v>-8.03970162156475</c:v>
                </c:pt>
                <c:pt idx="163" c:formatCode="General">
                  <c:v>-13.3279828774739</c:v>
                </c:pt>
                <c:pt idx="164" c:formatCode="General">
                  <c:v>-13.4684199757891</c:v>
                </c:pt>
                <c:pt idx="165" c:formatCode="General">
                  <c:v>-10.2788227419808</c:v>
                </c:pt>
                <c:pt idx="166" c:formatCode="General">
                  <c:v>-11.6269259093429</c:v>
                </c:pt>
                <c:pt idx="167" c:formatCode="General">
                  <c:v>-0.697540490052233</c:v>
                </c:pt>
                <c:pt idx="168" c:formatCode="General">
                  <c:v>0</c:v>
                </c:pt>
                <c:pt idx="169" c:formatCode="General">
                  <c:v>0</c:v>
                </c:pt>
                <c:pt idx="170" c:formatCode="General">
                  <c:v>0</c:v>
                </c:pt>
                <c:pt idx="171" c:formatCode="General">
                  <c:v>0</c:v>
                </c:pt>
                <c:pt idx="172" c:formatCode="General">
                  <c:v>0</c:v>
                </c:pt>
                <c:pt idx="173" c:formatCode="General">
                  <c:v>0</c:v>
                </c:pt>
                <c:pt idx="174" c:formatCode="General">
                  <c:v>0</c:v>
                </c:pt>
                <c:pt idx="175" c:formatCode="General">
                  <c:v>0</c:v>
                </c:pt>
                <c:pt idx="176" c:formatCode="General">
                  <c:v>0</c:v>
                </c:pt>
                <c:pt idx="177" c:formatCode="General">
                  <c:v>0</c:v>
                </c:pt>
                <c:pt idx="178" c:formatCode="General">
                  <c:v>0</c:v>
                </c:pt>
                <c:pt idx="179" c:formatCode="General">
                  <c:v>0</c:v>
                </c:pt>
                <c:pt idx="180" c:formatCode="General">
                  <c:v>0</c:v>
                </c:pt>
                <c:pt idx="181" c:formatCode="General">
                  <c:v>0</c:v>
                </c:pt>
                <c:pt idx="182" c:formatCode="General">
                  <c:v>0</c:v>
                </c:pt>
                <c:pt idx="183" c:formatCode="General">
                  <c:v>0</c:v>
                </c:pt>
                <c:pt idx="184" c:formatCode="General">
                  <c:v>0</c:v>
                </c:pt>
                <c:pt idx="185" c:formatCode="General">
                  <c:v>0</c:v>
                </c:pt>
                <c:pt idx="186" c:formatCode="General">
                  <c:v>0</c:v>
                </c:pt>
                <c:pt idx="187" c:formatCode="General">
                  <c:v>0</c:v>
                </c:pt>
                <c:pt idx="188" c:formatCode="General">
                  <c:v>0</c:v>
                </c:pt>
                <c:pt idx="189" c:formatCode="General">
                  <c:v>0</c:v>
                </c:pt>
                <c:pt idx="190" c:formatCode="General">
                  <c:v>0</c:v>
                </c:pt>
                <c:pt idx="191" c:formatCode="General">
                  <c:v>0</c:v>
                </c:pt>
                <c:pt idx="192" c:formatCode="General">
                  <c:v>0</c:v>
                </c:pt>
                <c:pt idx="193" c:formatCode="General">
                  <c:v>0</c:v>
                </c:pt>
                <c:pt idx="194" c:formatCode="General">
                  <c:v>0</c:v>
                </c:pt>
                <c:pt idx="195" c:formatCode="General">
                  <c:v>0</c:v>
                </c:pt>
                <c:pt idx="196" c:formatCode="General">
                  <c:v>0</c:v>
                </c:pt>
                <c:pt idx="197" c:formatCode="General">
                  <c:v>0</c:v>
                </c:pt>
                <c:pt idx="198" c:formatCode="General">
                  <c:v>0</c:v>
                </c:pt>
                <c:pt idx="199" c:formatCode="General">
                  <c:v>0</c:v>
                </c:pt>
                <c:pt idx="200" c:formatCode="General">
                  <c:v>0</c:v>
                </c:pt>
                <c:pt idx="201" c:formatCode="General">
                  <c:v>0</c:v>
                </c:pt>
                <c:pt idx="202" c:formatCode="General">
                  <c:v>0</c:v>
                </c:pt>
                <c:pt idx="203" c:formatCode="General">
                  <c:v>0</c:v>
                </c:pt>
                <c:pt idx="204" c:formatCode="General">
                  <c:v>0</c:v>
                </c:pt>
                <c:pt idx="205" c:formatCode="General">
                  <c:v>0</c:v>
                </c:pt>
                <c:pt idx="206" c:formatCode="General">
                  <c:v>0</c:v>
                </c:pt>
                <c:pt idx="207" c:formatCode="General">
                  <c:v>0</c:v>
                </c:pt>
                <c:pt idx="208" c:formatCode="General">
                  <c:v>0</c:v>
                </c:pt>
                <c:pt idx="209" c:formatCode="General">
                  <c:v>0</c:v>
                </c:pt>
                <c:pt idx="210" c:formatCode="General">
                  <c:v>0</c:v>
                </c:pt>
                <c:pt idx="211" c:formatCode="General">
                  <c:v>0</c:v>
                </c:pt>
                <c:pt idx="212" c:formatCode="General">
                  <c:v>0</c:v>
                </c:pt>
                <c:pt idx="213" c:formatCode="General">
                  <c:v>0</c:v>
                </c:pt>
                <c:pt idx="214" c:formatCode="General">
                  <c:v>0</c:v>
                </c:pt>
                <c:pt idx="215" c:formatCode="General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'[fig4.xlsx]c'!$C$1</c:f>
              <c:strCache>
                <c:ptCount val="1"/>
                <c:pt idx="0">
                  <c:v>4h request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'[fig4.xlsx]c'!$A$2:$A$217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'[fig4.xlsx]c'!$C$2:$C$217</c:f>
              <c:numCache>
                <c:formatCode>General</c:formatCode>
                <c:ptCount val="2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5.6033310269327</c:v>
                </c:pt>
                <c:pt idx="76">
                  <c:v>5.6033310269327</c:v>
                </c:pt>
                <c:pt idx="77">
                  <c:v>5.6033310269327</c:v>
                </c:pt>
                <c:pt idx="78">
                  <c:v>5.6033310269327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5.6033310269327</c:v>
                </c:pt>
                <c:pt idx="92">
                  <c:v>5.6033310269327</c:v>
                </c:pt>
                <c:pt idx="93">
                  <c:v>5.6033310269327</c:v>
                </c:pt>
                <c:pt idx="94">
                  <c:v>5.6033310269327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5.6033310269327</c:v>
                </c:pt>
                <c:pt idx="108">
                  <c:v>5.6033310269327</c:v>
                </c:pt>
                <c:pt idx="109">
                  <c:v>5.6033310269327</c:v>
                </c:pt>
                <c:pt idx="110">
                  <c:v>5.6033310269327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5.6033310269327</c:v>
                </c:pt>
                <c:pt idx="124">
                  <c:v>5.6033310269327</c:v>
                </c:pt>
                <c:pt idx="125">
                  <c:v>5.6033310269327</c:v>
                </c:pt>
                <c:pt idx="126">
                  <c:v>5.6033310269327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'[fig4.xlsx]c'!$D$1</c:f>
              <c:strCache>
                <c:ptCount val="1"/>
                <c:pt idx="0">
                  <c:v>8h reduction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'[fig4.xlsx]c'!$A$2:$A$217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'[fig4.xlsx]c'!$D$2:$D$217</c:f>
              <c:numCache>
                <c:formatCode>0.00E+00</c:formatCode>
                <c:ptCount val="216"/>
                <c:pt idx="0">
                  <c:v>4.42252314769575e-7</c:v>
                </c:pt>
                <c:pt idx="1">
                  <c:v>-3.29101055740466e-7</c:v>
                </c:pt>
                <c:pt idx="2">
                  <c:v>1.31405840875232e-7</c:v>
                </c:pt>
                <c:pt idx="3" c:formatCode="General">
                  <c:v>0.289178031189407</c:v>
                </c:pt>
                <c:pt idx="4" c:formatCode="General">
                  <c:v>-0.289178275746393</c:v>
                </c:pt>
                <c:pt idx="5" c:formatCode="General">
                  <c:v>4.03093266078968</c:v>
                </c:pt>
                <c:pt idx="6" c:formatCode="General">
                  <c:v>-1.44071098847257</c:v>
                </c:pt>
                <c:pt idx="7" c:formatCode="General">
                  <c:v>1.30865312143703</c:v>
                </c:pt>
                <c:pt idx="8" c:formatCode="General">
                  <c:v>1.53171758876738</c:v>
                </c:pt>
                <c:pt idx="9" c:formatCode="General">
                  <c:v>1.40196840184045</c:v>
                </c:pt>
                <c:pt idx="10" c:formatCode="General">
                  <c:v>-2.46801381149554</c:v>
                </c:pt>
                <c:pt idx="11" c:formatCode="General">
                  <c:v>-4.36454697286661</c:v>
                </c:pt>
                <c:pt idx="12">
                  <c:v>3.38768018082192e-7</c:v>
                </c:pt>
                <c:pt idx="13">
                  <c:v>-3.38768018082192e-7</c:v>
                </c:pt>
                <c:pt idx="14" c:formatCode="General">
                  <c:v>0</c:v>
                </c:pt>
                <c:pt idx="15" c:formatCode="General">
                  <c:v>0</c:v>
                </c:pt>
                <c:pt idx="16" c:formatCode="General">
                  <c:v>0</c:v>
                </c:pt>
                <c:pt idx="17" c:formatCode="General">
                  <c:v>0</c:v>
                </c:pt>
                <c:pt idx="18">
                  <c:v>1.23272343444114e-7</c:v>
                </c:pt>
                <c:pt idx="19">
                  <c:v>-1.23272343444114e-7</c:v>
                </c:pt>
                <c:pt idx="20">
                  <c:v>4.02445721192635e-8</c:v>
                </c:pt>
                <c:pt idx="21">
                  <c:v>4.45683042471501e-7</c:v>
                </c:pt>
                <c:pt idx="22">
                  <c:v>-4.85927614590763e-7</c:v>
                </c:pt>
                <c:pt idx="23" c:formatCode="General">
                  <c:v>0</c:v>
                </c:pt>
                <c:pt idx="24">
                  <c:v>4.4774083107768e-8</c:v>
                </c:pt>
                <c:pt idx="25">
                  <c:v>1.85248779871472e-7</c:v>
                </c:pt>
                <c:pt idx="26">
                  <c:v>1.36816765916592e-7</c:v>
                </c:pt>
                <c:pt idx="27">
                  <c:v>-3.49202821325888e-7</c:v>
                </c:pt>
                <c:pt idx="28">
                  <c:v>-1.76367507265239e-8</c:v>
                </c:pt>
                <c:pt idx="29">
                  <c:v>6.83133407619607e-8</c:v>
                </c:pt>
                <c:pt idx="30">
                  <c:v>9.3195922090672e-9</c:v>
                </c:pt>
                <c:pt idx="31" c:formatCode="General">
                  <c:v>2.7272081453384</c:v>
                </c:pt>
                <c:pt idx="32" c:formatCode="General">
                  <c:v>-2.72720818325894</c:v>
                </c:pt>
                <c:pt idx="33">
                  <c:v>-3.97124608753074e-8</c:v>
                </c:pt>
                <c:pt idx="34" c:formatCode="General">
                  <c:v>3.12155537181785</c:v>
                </c:pt>
                <c:pt idx="35" c:formatCode="General">
                  <c:v>2.20933893508447</c:v>
                </c:pt>
                <c:pt idx="36" c:formatCode="General">
                  <c:v>-0.980112512495793</c:v>
                </c:pt>
                <c:pt idx="37" c:formatCode="General">
                  <c:v>-0.37886390588028</c:v>
                </c:pt>
                <c:pt idx="38" c:formatCode="General">
                  <c:v>-3.97191766492914</c:v>
                </c:pt>
                <c:pt idx="39">
                  <c:v>-2.23597226067794e-7</c:v>
                </c:pt>
                <c:pt idx="40" c:formatCode="General">
                  <c:v>0</c:v>
                </c:pt>
                <c:pt idx="41">
                  <c:v>2.89069816972186e-7</c:v>
                </c:pt>
                <c:pt idx="42">
                  <c:v>-2.89069816972186e-7</c:v>
                </c:pt>
                <c:pt idx="43" c:formatCode="General">
                  <c:v>0</c:v>
                </c:pt>
                <c:pt idx="44" c:formatCode="General">
                  <c:v>0</c:v>
                </c:pt>
                <c:pt idx="45" c:formatCode="General">
                  <c:v>0</c:v>
                </c:pt>
                <c:pt idx="46" c:formatCode="General">
                  <c:v>0</c:v>
                </c:pt>
                <c:pt idx="47">
                  <c:v>4.64003392153244e-7</c:v>
                </c:pt>
                <c:pt idx="48">
                  <c:v>-2.45954709043872e-7</c:v>
                </c:pt>
                <c:pt idx="49">
                  <c:v>-2.18048626265953e-7</c:v>
                </c:pt>
                <c:pt idx="50">
                  <c:v>3.40436201895499e-7</c:v>
                </c:pt>
                <c:pt idx="51">
                  <c:v>-1.96263158613874e-7</c:v>
                </c:pt>
                <c:pt idx="52">
                  <c:v>-1.13426949610584e-7</c:v>
                </c:pt>
                <c:pt idx="53">
                  <c:v>-3.07460368276224e-8</c:v>
                </c:pt>
                <c:pt idx="54" c:formatCode="General">
                  <c:v>0</c:v>
                </c:pt>
                <c:pt idx="55" c:formatCode="General">
                  <c:v>2.04162023662206</c:v>
                </c:pt>
                <c:pt idx="56" c:formatCode="General">
                  <c:v>-2.04162023662201</c:v>
                </c:pt>
                <c:pt idx="57" c:formatCode="General">
                  <c:v>0</c:v>
                </c:pt>
                <c:pt idx="58" c:formatCode="General">
                  <c:v>2.39001649590022</c:v>
                </c:pt>
                <c:pt idx="59" c:formatCode="General">
                  <c:v>-2.39001649590028</c:v>
                </c:pt>
                <c:pt idx="60" c:formatCode="General">
                  <c:v>0</c:v>
                </c:pt>
                <c:pt idx="61">
                  <c:v>2.06682443604222e-7</c:v>
                </c:pt>
                <c:pt idx="62">
                  <c:v>-2.06682329917384e-7</c:v>
                </c:pt>
                <c:pt idx="63">
                  <c:v>2.64498680735414e-7</c:v>
                </c:pt>
                <c:pt idx="64">
                  <c:v>8.78577566254535e-8</c:v>
                </c:pt>
                <c:pt idx="65" c:formatCode="General">
                  <c:v>0.668686628522096</c:v>
                </c:pt>
                <c:pt idx="66" c:formatCode="General">
                  <c:v>-0.6686867242787</c:v>
                </c:pt>
                <c:pt idx="67">
                  <c:v>-2.56599719250516e-7</c:v>
                </c:pt>
                <c:pt idx="68" c:formatCode="General">
                  <c:v>0</c:v>
                </c:pt>
                <c:pt idx="69" c:formatCode="General">
                  <c:v>0</c:v>
                </c:pt>
                <c:pt idx="70">
                  <c:v>8.55366124596912e-8</c:v>
                </c:pt>
                <c:pt idx="71">
                  <c:v>3.43682188486126e-7</c:v>
                </c:pt>
                <c:pt idx="72">
                  <c:v>-4.29218857789237e-7</c:v>
                </c:pt>
                <c:pt idx="73" c:formatCode="General">
                  <c:v>0</c:v>
                </c:pt>
                <c:pt idx="74" c:formatCode="General">
                  <c:v>0</c:v>
                </c:pt>
                <c:pt idx="75" c:formatCode="General">
                  <c:v>4.22103785771037</c:v>
                </c:pt>
                <c:pt idx="76" c:formatCode="General">
                  <c:v>4.23890687065563</c:v>
                </c:pt>
                <c:pt idx="77" c:formatCode="General">
                  <c:v>4.24323285615492</c:v>
                </c:pt>
                <c:pt idx="78" c:formatCode="General">
                  <c:v>4.26916667793221</c:v>
                </c:pt>
                <c:pt idx="79" c:formatCode="General">
                  <c:v>4.26310731944909</c:v>
                </c:pt>
                <c:pt idx="80" c:formatCode="General">
                  <c:v>4.23732002621517</c:v>
                </c:pt>
                <c:pt idx="81" c:formatCode="General">
                  <c:v>4.25446985490458</c:v>
                </c:pt>
                <c:pt idx="82" c:formatCode="General">
                  <c:v>4.25534334744896</c:v>
                </c:pt>
                <c:pt idx="83" c:formatCode="General">
                  <c:v>2.24543560917914</c:v>
                </c:pt>
                <c:pt idx="84" c:formatCode="General">
                  <c:v>2.29115249590415</c:v>
                </c:pt>
                <c:pt idx="85" c:formatCode="General">
                  <c:v>2.2683435092017</c:v>
                </c:pt>
                <c:pt idx="86" c:formatCode="General">
                  <c:v>2.27774029441525</c:v>
                </c:pt>
                <c:pt idx="87" c:formatCode="General">
                  <c:v>2.28338796269121</c:v>
                </c:pt>
                <c:pt idx="88" c:formatCode="General">
                  <c:v>1.38258141759457</c:v>
                </c:pt>
                <c:pt idx="89" c:formatCode="General">
                  <c:v>-1.00691125316473</c:v>
                </c:pt>
                <c:pt idx="90" c:formatCode="General">
                  <c:v>-0.98590041514808</c:v>
                </c:pt>
                <c:pt idx="91" c:formatCode="General">
                  <c:v>4.21915865343498</c:v>
                </c:pt>
                <c:pt idx="92" c:formatCode="General">
                  <c:v>4.22839477772629</c:v>
                </c:pt>
                <c:pt idx="93" c:formatCode="General">
                  <c:v>4.26564520958265</c:v>
                </c:pt>
                <c:pt idx="94" c:formatCode="General">
                  <c:v>4.22336767664597</c:v>
                </c:pt>
                <c:pt idx="95" c:formatCode="General">
                  <c:v>4.21215599010406</c:v>
                </c:pt>
                <c:pt idx="96" c:formatCode="General">
                  <c:v>4.23642413336933</c:v>
                </c:pt>
                <c:pt idx="97" c:formatCode="General">
                  <c:v>4.26688016719856</c:v>
                </c:pt>
                <c:pt idx="98" c:formatCode="General">
                  <c:v>4.227273089177</c:v>
                </c:pt>
                <c:pt idx="99" c:formatCode="General">
                  <c:v>-1.03887603393616</c:v>
                </c:pt>
                <c:pt idx="100" c:formatCode="General">
                  <c:v>-1.01200039225852</c:v>
                </c:pt>
                <c:pt idx="101" c:formatCode="General">
                  <c:v>-0.976560739332172</c:v>
                </c:pt>
                <c:pt idx="102" c:formatCode="General">
                  <c:v>-0.954332286335329</c:v>
                </c:pt>
                <c:pt idx="103" c:formatCode="General">
                  <c:v>-0.930116138776896</c:v>
                </c:pt>
                <c:pt idx="104" c:formatCode="General">
                  <c:v>-0.900988327805066</c:v>
                </c:pt>
                <c:pt idx="105" c:formatCode="General">
                  <c:v>-1.00342963136018</c:v>
                </c:pt>
                <c:pt idx="106" c:formatCode="General">
                  <c:v>0.0469656644618225</c:v>
                </c:pt>
                <c:pt idx="107" c:formatCode="General">
                  <c:v>4.30402764140364</c:v>
                </c:pt>
                <c:pt idx="108" c:formatCode="General">
                  <c:v>4.24638815406752</c:v>
                </c:pt>
                <c:pt idx="109" c:formatCode="General">
                  <c:v>4.25759736000633</c:v>
                </c:pt>
                <c:pt idx="110" c:formatCode="General">
                  <c:v>4.2293875717819</c:v>
                </c:pt>
                <c:pt idx="111" c:formatCode="General">
                  <c:v>4.22403251949515</c:v>
                </c:pt>
                <c:pt idx="112" c:formatCode="General">
                  <c:v>4.21837199952971</c:v>
                </c:pt>
                <c:pt idx="113" c:formatCode="General">
                  <c:v>4.27797974125428</c:v>
                </c:pt>
                <c:pt idx="114" c:formatCode="General">
                  <c:v>4.21868840124159</c:v>
                </c:pt>
                <c:pt idx="115" c:formatCode="General">
                  <c:v>-0.982008495069977</c:v>
                </c:pt>
                <c:pt idx="116" c:formatCode="General">
                  <c:v>-0.948261040742409</c:v>
                </c:pt>
                <c:pt idx="117" c:formatCode="General">
                  <c:v>-0.96982138818555</c:v>
                </c:pt>
                <c:pt idx="118" c:formatCode="General">
                  <c:v>-0.929132101877029</c:v>
                </c:pt>
                <c:pt idx="119" c:formatCode="General">
                  <c:v>-0.954458309586244</c:v>
                </c:pt>
                <c:pt idx="120" c:formatCode="General">
                  <c:v>-0.963016460268307</c:v>
                </c:pt>
                <c:pt idx="121" c:formatCode="General">
                  <c:v>-0.957303462955621</c:v>
                </c:pt>
                <c:pt idx="122" c:formatCode="General">
                  <c:v>-0.97330098668715</c:v>
                </c:pt>
                <c:pt idx="123" c:formatCode="General">
                  <c:v>4.21050931825436</c:v>
                </c:pt>
                <c:pt idx="124" c:formatCode="General">
                  <c:v>4.20249861528816</c:v>
                </c:pt>
                <c:pt idx="125" c:formatCode="General">
                  <c:v>4.30789301017756</c:v>
                </c:pt>
                <c:pt idx="126" c:formatCode="General">
                  <c:v>4.34993945490487</c:v>
                </c:pt>
                <c:pt idx="127" c:formatCode="General">
                  <c:v>4.20249844343755</c:v>
                </c:pt>
                <c:pt idx="128" c:formatCode="General">
                  <c:v>4.28127401144188</c:v>
                </c:pt>
                <c:pt idx="129" c:formatCode="General">
                  <c:v>4.26930356848129</c:v>
                </c:pt>
                <c:pt idx="130" c:formatCode="General">
                  <c:v>4.2783978589773</c:v>
                </c:pt>
                <c:pt idx="131" c:formatCode="General">
                  <c:v>2.21184146302551</c:v>
                </c:pt>
                <c:pt idx="132" c:formatCode="General">
                  <c:v>2.41859714362204</c:v>
                </c:pt>
                <c:pt idx="133" c:formatCode="General">
                  <c:v>2.28872118825881</c:v>
                </c:pt>
                <c:pt idx="134" c:formatCode="General">
                  <c:v>2.32300415605846</c:v>
                </c:pt>
                <c:pt idx="135" c:formatCode="General">
                  <c:v>2.21184137662976</c:v>
                </c:pt>
                <c:pt idx="136" c:formatCode="General">
                  <c:v>2.32262830846979</c:v>
                </c:pt>
                <c:pt idx="137" c:formatCode="General">
                  <c:v>-0.990954107168818</c:v>
                </c:pt>
                <c:pt idx="138" c:formatCode="General">
                  <c:v>-0.982059546038271</c:v>
                </c:pt>
                <c:pt idx="139" c:formatCode="General">
                  <c:v>-0.935063095848704</c:v>
                </c:pt>
                <c:pt idx="140" c:formatCode="General">
                  <c:v>-0.8932792907151</c:v>
                </c:pt>
                <c:pt idx="141" c:formatCode="General">
                  <c:v>-0.9710004345186</c:v>
                </c:pt>
                <c:pt idx="142" c:formatCode="General">
                  <c:v>-0.960385333983026</c:v>
                </c:pt>
                <c:pt idx="143" c:formatCode="General">
                  <c:v>-0.948538042269148</c:v>
                </c:pt>
                <c:pt idx="144" c:formatCode="General">
                  <c:v>-0.965078392833959</c:v>
                </c:pt>
                <c:pt idx="145" c:formatCode="General">
                  <c:v>-1.05062423600157</c:v>
                </c:pt>
                <c:pt idx="146" c:formatCode="General">
                  <c:v>-0.970233386626944</c:v>
                </c:pt>
                <c:pt idx="147" c:formatCode="General">
                  <c:v>-0.968523428842616</c:v>
                </c:pt>
                <c:pt idx="148" c:formatCode="General">
                  <c:v>-0.988252144538819</c:v>
                </c:pt>
                <c:pt idx="149" c:formatCode="General">
                  <c:v>-0.826313713758167</c:v>
                </c:pt>
                <c:pt idx="150" c:formatCode="General">
                  <c:v>-0.978093341702332</c:v>
                </c:pt>
                <c:pt idx="151" c:formatCode="General">
                  <c:v>-0.944790540602525</c:v>
                </c:pt>
                <c:pt idx="152" c:formatCode="General">
                  <c:v>-0.843964196981346</c:v>
                </c:pt>
                <c:pt idx="153" c:formatCode="General">
                  <c:v>-0.970980136639582</c:v>
                </c:pt>
                <c:pt idx="154" c:formatCode="General">
                  <c:v>0.0146363887253073</c:v>
                </c:pt>
                <c:pt idx="155" c:formatCode="General">
                  <c:v>-0.111016534172904</c:v>
                </c:pt>
                <c:pt idx="156" c:formatCode="General">
                  <c:v>-1.81048831946076</c:v>
                </c:pt>
                <c:pt idx="157" c:formatCode="General">
                  <c:v>-6.73869526968212</c:v>
                </c:pt>
                <c:pt idx="158" c:formatCode="General">
                  <c:v>-6.65290633074403</c:v>
                </c:pt>
                <c:pt idx="159" c:formatCode="General">
                  <c:v>-5.33141826348161</c:v>
                </c:pt>
                <c:pt idx="160" c:formatCode="General">
                  <c:v>-2.48630200172659</c:v>
                </c:pt>
                <c:pt idx="161" c:formatCode="General">
                  <c:v>-8.66118701560083</c:v>
                </c:pt>
                <c:pt idx="162" c:formatCode="General">
                  <c:v>-8.14375365756495</c:v>
                </c:pt>
                <c:pt idx="163" c:formatCode="General">
                  <c:v>-13.2012834514356</c:v>
                </c:pt>
                <c:pt idx="164" c:formatCode="General">
                  <c:v>-13.4703517054858</c:v>
                </c:pt>
                <c:pt idx="165" c:formatCode="General">
                  <c:v>-10.3122699744193</c:v>
                </c:pt>
                <c:pt idx="166" c:formatCode="General">
                  <c:v>-12.3356738342918</c:v>
                </c:pt>
                <c:pt idx="167" c:formatCode="General">
                  <c:v>-5.83643312842094</c:v>
                </c:pt>
                <c:pt idx="168" c:formatCode="General">
                  <c:v>-19.6718644985407</c:v>
                </c:pt>
                <c:pt idx="169" c:formatCode="General">
                  <c:v>-15.0893543381036</c:v>
                </c:pt>
                <c:pt idx="170" c:formatCode="General">
                  <c:v>0</c:v>
                </c:pt>
                <c:pt idx="171" c:formatCode="General">
                  <c:v>0</c:v>
                </c:pt>
                <c:pt idx="172" c:formatCode="General">
                  <c:v>0</c:v>
                </c:pt>
                <c:pt idx="173" c:formatCode="General">
                  <c:v>0</c:v>
                </c:pt>
                <c:pt idx="174" c:formatCode="General">
                  <c:v>0</c:v>
                </c:pt>
                <c:pt idx="175" c:formatCode="General">
                  <c:v>0</c:v>
                </c:pt>
                <c:pt idx="176" c:formatCode="General">
                  <c:v>0</c:v>
                </c:pt>
                <c:pt idx="177" c:formatCode="General">
                  <c:v>0</c:v>
                </c:pt>
                <c:pt idx="178" c:formatCode="General">
                  <c:v>0</c:v>
                </c:pt>
                <c:pt idx="179" c:formatCode="General">
                  <c:v>0</c:v>
                </c:pt>
                <c:pt idx="180" c:formatCode="General">
                  <c:v>0</c:v>
                </c:pt>
                <c:pt idx="181" c:formatCode="General">
                  <c:v>0</c:v>
                </c:pt>
                <c:pt idx="182" c:formatCode="General">
                  <c:v>0</c:v>
                </c:pt>
                <c:pt idx="183" c:formatCode="General">
                  <c:v>0</c:v>
                </c:pt>
                <c:pt idx="184" c:formatCode="General">
                  <c:v>0</c:v>
                </c:pt>
                <c:pt idx="185" c:formatCode="General">
                  <c:v>0</c:v>
                </c:pt>
                <c:pt idx="186" c:formatCode="General">
                  <c:v>0</c:v>
                </c:pt>
                <c:pt idx="187" c:formatCode="General">
                  <c:v>0</c:v>
                </c:pt>
                <c:pt idx="188" c:formatCode="General">
                  <c:v>0</c:v>
                </c:pt>
                <c:pt idx="189" c:formatCode="General">
                  <c:v>0</c:v>
                </c:pt>
                <c:pt idx="190" c:formatCode="General">
                  <c:v>0</c:v>
                </c:pt>
                <c:pt idx="191" c:formatCode="General">
                  <c:v>0</c:v>
                </c:pt>
                <c:pt idx="192" c:formatCode="General">
                  <c:v>0</c:v>
                </c:pt>
                <c:pt idx="193" c:formatCode="General">
                  <c:v>0</c:v>
                </c:pt>
                <c:pt idx="194" c:formatCode="General">
                  <c:v>0</c:v>
                </c:pt>
                <c:pt idx="195" c:formatCode="General">
                  <c:v>0</c:v>
                </c:pt>
                <c:pt idx="196" c:formatCode="General">
                  <c:v>0</c:v>
                </c:pt>
                <c:pt idx="197" c:formatCode="General">
                  <c:v>0</c:v>
                </c:pt>
                <c:pt idx="198" c:formatCode="General">
                  <c:v>0</c:v>
                </c:pt>
                <c:pt idx="199" c:formatCode="General">
                  <c:v>0</c:v>
                </c:pt>
                <c:pt idx="200" c:formatCode="General">
                  <c:v>0</c:v>
                </c:pt>
                <c:pt idx="201" c:formatCode="General">
                  <c:v>0</c:v>
                </c:pt>
                <c:pt idx="202" c:formatCode="General">
                  <c:v>0</c:v>
                </c:pt>
                <c:pt idx="203" c:formatCode="General">
                  <c:v>0</c:v>
                </c:pt>
                <c:pt idx="204" c:formatCode="General">
                  <c:v>0</c:v>
                </c:pt>
                <c:pt idx="205" c:formatCode="General">
                  <c:v>0</c:v>
                </c:pt>
                <c:pt idx="206" c:formatCode="General">
                  <c:v>0</c:v>
                </c:pt>
                <c:pt idx="207" c:formatCode="General">
                  <c:v>0</c:v>
                </c:pt>
                <c:pt idx="208" c:formatCode="General">
                  <c:v>0</c:v>
                </c:pt>
                <c:pt idx="209" c:formatCode="General">
                  <c:v>0</c:v>
                </c:pt>
                <c:pt idx="210" c:formatCode="General">
                  <c:v>0</c:v>
                </c:pt>
                <c:pt idx="211" c:formatCode="General">
                  <c:v>0</c:v>
                </c:pt>
                <c:pt idx="212" c:formatCode="General">
                  <c:v>0</c:v>
                </c:pt>
                <c:pt idx="213" c:formatCode="General">
                  <c:v>0</c:v>
                </c:pt>
                <c:pt idx="214" c:formatCode="General">
                  <c:v>0</c:v>
                </c:pt>
                <c:pt idx="215" c:formatCode="General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'[fig4.xlsx]c'!$E$1</c:f>
              <c:strCache>
                <c:ptCount val="1"/>
                <c:pt idx="0">
                  <c:v>8h request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'[fig4.xlsx]c'!$A$2:$A$217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'[fig4.xlsx]c'!$E$2:$E$217</c:f>
              <c:numCache>
                <c:formatCode>General</c:formatCode>
                <c:ptCount val="2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4.4236823896837</c:v>
                </c:pt>
                <c:pt idx="76">
                  <c:v>4.4236823896837</c:v>
                </c:pt>
                <c:pt idx="77">
                  <c:v>4.4236823896837</c:v>
                </c:pt>
                <c:pt idx="78">
                  <c:v>4.4236823896837</c:v>
                </c:pt>
                <c:pt idx="79">
                  <c:v>4.4236823896837</c:v>
                </c:pt>
                <c:pt idx="80">
                  <c:v>4.4236823896837</c:v>
                </c:pt>
                <c:pt idx="81">
                  <c:v>4.4236823896837</c:v>
                </c:pt>
                <c:pt idx="82">
                  <c:v>4.4236823896837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4.4236823896837</c:v>
                </c:pt>
                <c:pt idx="92">
                  <c:v>4.4236823896837</c:v>
                </c:pt>
                <c:pt idx="93">
                  <c:v>4.4236823896837</c:v>
                </c:pt>
                <c:pt idx="94">
                  <c:v>4.4236823896837</c:v>
                </c:pt>
                <c:pt idx="95">
                  <c:v>4.4236823896837</c:v>
                </c:pt>
                <c:pt idx="96">
                  <c:v>4.4236823896837</c:v>
                </c:pt>
                <c:pt idx="97">
                  <c:v>4.4236823896837</c:v>
                </c:pt>
                <c:pt idx="98">
                  <c:v>4.4236823896837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4.4236823896837</c:v>
                </c:pt>
                <c:pt idx="108">
                  <c:v>4.4236823896837</c:v>
                </c:pt>
                <c:pt idx="109">
                  <c:v>4.4236823896837</c:v>
                </c:pt>
                <c:pt idx="110">
                  <c:v>4.4236823896837</c:v>
                </c:pt>
                <c:pt idx="111">
                  <c:v>4.4236823896837</c:v>
                </c:pt>
                <c:pt idx="112">
                  <c:v>4.4236823896837</c:v>
                </c:pt>
                <c:pt idx="113">
                  <c:v>4.4236823896837</c:v>
                </c:pt>
                <c:pt idx="114">
                  <c:v>4.4236823896837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4.4236823896837</c:v>
                </c:pt>
                <c:pt idx="124">
                  <c:v>4.4236823896837</c:v>
                </c:pt>
                <c:pt idx="125">
                  <c:v>4.4236823896837</c:v>
                </c:pt>
                <c:pt idx="126">
                  <c:v>4.4236823896837</c:v>
                </c:pt>
                <c:pt idx="127">
                  <c:v>4.4236823896837</c:v>
                </c:pt>
                <c:pt idx="128">
                  <c:v>4.4236823896837</c:v>
                </c:pt>
                <c:pt idx="129">
                  <c:v>4.4236823896837</c:v>
                </c:pt>
                <c:pt idx="130">
                  <c:v>4.4236823896837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97508504"/>
        <c:axId val="241323173"/>
      </c:lineChart>
      <c:catAx>
        <c:axId val="39750850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Hour in reference confirmation sequence (h)</a:t>
                </a:r>
                <a:endParaRPr lang="en-US" altLang="zh-CN"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low"/>
        <c:spPr>
          <a:noFill/>
          <a:ln w="3175" cap="flat" cmpd="sng" algn="ctr">
            <a:solidFill>
              <a:schemeClr val="bg1">
                <a:lumMod val="75000"/>
                <a:alpha val="97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241323173"/>
        <c:crosses val="autoZero"/>
        <c:auto val="1"/>
        <c:lblAlgn val="ctr"/>
        <c:lblOffset val="100"/>
        <c:tickLblSkip val="50"/>
        <c:tickMarkSkip val="100"/>
        <c:noMultiLvlLbl val="0"/>
      </c:catAx>
      <c:valAx>
        <c:axId val="241323173"/>
        <c:scaling>
          <c:orientation val="minMax"/>
          <c:max val="10"/>
          <c:min val="-2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Baseline - response</a:t>
                </a: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 </a:t>
                </a: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power(kW)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#,##0_ 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97508504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15013440267924"/>
          <c:y val="0.617863105175292"/>
          <c:w val="0.535010796280791"/>
          <c:h val="0.19599332220367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42e1287-ba31-4d3d-92e8-e876ffff9f7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659802140117"/>
          <c:y val="0.0480427046263345"/>
          <c:w val="0.818090046436503"/>
          <c:h val="0.707473309608541"/>
        </c:manualLayout>
      </c:layout>
      <c:lineChart>
        <c:grouping val="standard"/>
        <c:varyColors val="0"/>
        <c:ser>
          <c:idx val="0"/>
          <c:order val="0"/>
          <c:tx>
            <c:strRef>
              <c:f>[F05a.xlsx]F05a!$D$1</c:f>
              <c:strCache>
                <c:ptCount val="1"/>
                <c:pt idx="0">
                  <c:v>4h relaxed PI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delete val="1"/>
          </c:dLbls>
          <c:cat>
            <c:numRef>
              <c:f>[F05a.xlsx]F05a!$C$2:$C$4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cat>
          <c:val>
            <c:numRef>
              <c:f>[F05a.xlsx]F05a!$D$2:$D$4</c:f>
              <c:numCache>
                <c:formatCode>General</c:formatCode>
                <c:ptCount val="3"/>
                <c:pt idx="0">
                  <c:v>5.7789417031799</c:v>
                </c:pt>
                <c:pt idx="1">
                  <c:v>5.77894170317996</c:v>
                </c:pt>
                <c:pt idx="2">
                  <c:v>5.7789417031799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[F05a.xlsx]F05a!$E$1</c:f>
              <c:strCache>
                <c:ptCount val="1"/>
                <c:pt idx="0">
                  <c:v>8h relaxed PI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chemeClr val="accent3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numRef>
              <c:f>[F05a.xlsx]F05a!$C$2:$C$4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cat>
          <c:val>
            <c:numRef>
              <c:f>[F05a.xlsx]F05a!$E$2:$E$4</c:f>
              <c:numCache>
                <c:formatCode>General</c:formatCode>
                <c:ptCount val="3"/>
                <c:pt idx="0">
                  <c:v>5.57114182681208</c:v>
                </c:pt>
                <c:pt idx="1">
                  <c:v>5.57114182681214</c:v>
                </c:pt>
                <c:pt idx="2">
                  <c:v>5.5711418268122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201648"/>
        <c:axId val="456524579"/>
      </c:lineChart>
      <c:catAx>
        <c:axId val="10620164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Flexible GPUs (%)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56524579"/>
        <c:crosses val="autoZero"/>
        <c:auto val="1"/>
        <c:lblAlgn val="ctr"/>
        <c:lblOffset val="100"/>
        <c:noMultiLvlLbl val="0"/>
      </c:catAx>
      <c:valAx>
        <c:axId val="456524579"/>
        <c:scaling>
          <c:orientation val="minMax"/>
          <c:max val="6"/>
          <c:min val="5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Response statistic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06201648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5717746820109"/>
          <c:y val="0.618327402135231"/>
          <c:w val="0.596406218453463"/>
          <c:h val="0.132206405693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c4c0b9b-0026-441e-8479-e5ba2ec6156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626448262086"/>
          <c:y val="0.0480427046263345"/>
          <c:w val="0.818118258090292"/>
          <c:h val="0.729893238434164"/>
        </c:manualLayout>
      </c:layout>
      <c:lineChart>
        <c:grouping val="standard"/>
        <c:varyColors val="0"/>
        <c:ser>
          <c:idx val="0"/>
          <c:order val="0"/>
          <c:tx>
            <c:strRef>
              <c:f>[F05a.xlsx]b!$D$1</c:f>
              <c:strCache>
                <c:ptCount val="1"/>
                <c:pt idx="0">
                  <c:v>4h relaxed PI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delete val="1"/>
          </c:dLbls>
          <c:cat>
            <c:numRef>
              <c:f>[F05a.xlsx]b!$C$2:$C$4</c:f>
              <c:numCache>
                <c:formatCode>General</c:formatCode>
                <c:ptCount val="3"/>
                <c:pt idx="0">
                  <c:v>150</c:v>
                </c:pt>
                <c:pt idx="1">
                  <c:v>225</c:v>
                </c:pt>
                <c:pt idx="2">
                  <c:v>300</c:v>
                </c:pt>
              </c:numCache>
            </c:numRef>
          </c:cat>
          <c:val>
            <c:numRef>
              <c:f>[F05a.xlsx]b!$D$2:$D$4</c:f>
              <c:numCache>
                <c:formatCode>General</c:formatCode>
                <c:ptCount val="3"/>
                <c:pt idx="0">
                  <c:v>5.7789417031799</c:v>
                </c:pt>
                <c:pt idx="1">
                  <c:v>5.7789417031799</c:v>
                </c:pt>
                <c:pt idx="2">
                  <c:v>5.7789417031799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[F05a.xlsx]b!$E$1</c:f>
              <c:strCache>
                <c:ptCount val="1"/>
                <c:pt idx="0">
                  <c:v>8h relaxed PI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numRef>
              <c:f>[F05a.xlsx]b!$C$2:$C$4</c:f>
              <c:numCache>
                <c:formatCode>General</c:formatCode>
                <c:ptCount val="3"/>
                <c:pt idx="0">
                  <c:v>150</c:v>
                </c:pt>
                <c:pt idx="1">
                  <c:v>225</c:v>
                </c:pt>
                <c:pt idx="2">
                  <c:v>300</c:v>
                </c:pt>
              </c:numCache>
            </c:numRef>
          </c:cat>
          <c:val>
            <c:numRef>
              <c:f>[F05a.xlsx]b!$E$2:$E$4</c:f>
              <c:numCache>
                <c:formatCode>General</c:formatCode>
                <c:ptCount val="3"/>
                <c:pt idx="0">
                  <c:v>5.57114182681214</c:v>
                </c:pt>
                <c:pt idx="1">
                  <c:v>5.57114182681208</c:v>
                </c:pt>
                <c:pt idx="2">
                  <c:v>5.57114182681208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201648"/>
        <c:axId val="456524579"/>
      </c:lineChart>
      <c:catAx>
        <c:axId val="10620164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Rigid power proxy (W/GPU)</a:t>
                </a:r>
                <a:endParaRPr sz="2000"/>
              </a:p>
            </c:rich>
          </c:tx>
          <c:layout>
            <c:manualLayout>
              <c:xMode val="edge"/>
              <c:yMode val="edge"/>
              <c:x val="0.319639213035472"/>
              <c:y val="0.927748226950355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56524579"/>
        <c:crosses val="autoZero"/>
        <c:auto val="1"/>
        <c:lblAlgn val="ctr"/>
        <c:lblOffset val="100"/>
        <c:noMultiLvlLbl val="0"/>
      </c:catAx>
      <c:valAx>
        <c:axId val="456524579"/>
        <c:scaling>
          <c:orientation val="minMax"/>
          <c:max val="6"/>
          <c:min val="5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Response statistic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06201648"/>
        <c:crosses val="autoZero"/>
        <c:crossBetween val="between"/>
        <c:majorUnit val="0.2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80183779464642"/>
          <c:y val="0.636120996441281"/>
          <c:w val="0.594486616060727"/>
          <c:h val="0.132206405693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d3c70ff-8f73-4169-a4f4-dea173211e2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'[F05a.xlsx]c'!$D$1</c:f>
              <c:strCache>
                <c:ptCount val="1"/>
                <c:pt idx="0">
                  <c:v>threshold_usd_per_kw_year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'[F05a.xlsx]c'!$C$2:$C$4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xVal>
          <c:yVal>
            <c:numRef>
              <c:f>'[F05a.xlsx]c'!$D$2:$D$4</c:f>
              <c:numCache>
                <c:formatCode>General</c:formatCode>
                <c:ptCount val="3"/>
                <c:pt idx="0">
                  <c:v>863.256186190895</c:v>
                </c:pt>
                <c:pt idx="1">
                  <c:v>948.096912194706</c:v>
                </c:pt>
                <c:pt idx="2">
                  <c:v>1031.86978436234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2276135"/>
        <c:axId val="610535675"/>
      </c:scatterChart>
      <c:valAx>
        <c:axId val="972276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Flexible GPUs (%)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610535675"/>
        <c:crosses val="autoZero"/>
        <c:crossBetween val="midCat"/>
      </c:valAx>
      <c:valAx>
        <c:axId val="610535675"/>
        <c:scaling>
          <c:orientation val="minMax"/>
          <c:max val="1100"/>
          <c:min val="8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Threshold (USD / kW-year)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972276135"/>
        <c:crosses val="autoZero"/>
        <c:crossBetween val="midCat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65f1606-383e-4f18-a150-18c5571d8251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[F05a.xlsx]d!$D$1</c:f>
              <c:strCache>
                <c:ptCount val="1"/>
                <c:pt idx="0">
                  <c:v>threshold_usd_per_kw_year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square"/>
            <c:size val="1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[F05a.xlsx]d!$C$2:$C$4</c:f>
              <c:numCache>
                <c:formatCode>General</c:formatCode>
                <c:ptCount val="3"/>
                <c:pt idx="0">
                  <c:v>150</c:v>
                </c:pt>
                <c:pt idx="1">
                  <c:v>225</c:v>
                </c:pt>
                <c:pt idx="2">
                  <c:v>300</c:v>
                </c:pt>
              </c:numCache>
            </c:numRef>
          </c:xVal>
          <c:yVal>
            <c:numRef>
              <c:f>[F05a.xlsx]d!$D$2:$D$4</c:f>
              <c:numCache>
                <c:formatCode>0_);[Red]\(0\)</c:formatCode>
                <c:ptCount val="3"/>
                <c:pt idx="0">
                  <c:v>694.535368027862</c:v>
                </c:pt>
                <c:pt idx="1">
                  <c:v>778.883308395767</c:v>
                </c:pt>
                <c:pt idx="2">
                  <c:v>863.256186190895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2276135"/>
        <c:axId val="610535675"/>
      </c:scatterChart>
      <c:valAx>
        <c:axId val="972276135"/>
        <c:scaling>
          <c:orientation val="minMax"/>
          <c:min val="75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Rigid power proxy (W/GPU)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610535675"/>
        <c:crosses val="autoZero"/>
        <c:crossBetween val="midCat"/>
        <c:majorUnit val="75"/>
      </c:valAx>
      <c:valAx>
        <c:axId val="610535675"/>
        <c:scaling>
          <c:orientation val="minMax"/>
          <c:max val="900"/>
          <c:min val="6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Threshold (USD / kW-year)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_);[Red]\(0\)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972276135"/>
        <c:crosses val="autoZero"/>
        <c:crossBetween val="midCat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4da604a-bc1f-46e2-ae86-f0c744b9b3b5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58609539207761"/>
          <c:y val="0.0567465321563682"/>
          <c:w val="0.927243330638642"/>
          <c:h val="0.669188734762505"/>
        </c:manualLayout>
      </c:layout>
      <c:lineChart>
        <c:grouping val="standard"/>
        <c:varyColors val="0"/>
        <c:ser>
          <c:idx val="0"/>
          <c:order val="0"/>
          <c:tx>
            <c:strRef>
              <c:f>[F05a.xlsx]e!$B$1</c:f>
              <c:strCache>
                <c:ptCount val="1"/>
                <c:pt idx="0">
                  <c:v>no storage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  <a:sp3d contourW="31750"/>
          </c:spPr>
          <c:marker>
            <c:symbol val="triangle"/>
            <c:size val="10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dLbl>
              <c:idx val="0"/>
              <c:layout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rgbClr val="00B050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rgbClr val="00B050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rgbClr val="00B050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[F05a.xlsx]e!$A$2:$A$4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cat>
          <c:val>
            <c:numRef>
              <c:f>[F05a.xlsx]e!$B$2:$B$4</c:f>
              <c:numCache>
                <c:formatCode>General</c:formatCode>
                <c:ptCount val="3"/>
                <c:pt idx="0">
                  <c:v>5.39589731269541</c:v>
                </c:pt>
                <c:pt idx="1">
                  <c:v>24.9875727637664</c:v>
                </c:pt>
                <c:pt idx="2">
                  <c:v>41.1281277217296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[F05a.xlsx]e!$C$1</c:f>
              <c:strCache>
                <c:ptCount val="1"/>
                <c:pt idx="0">
                  <c:v>with storage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.0307194826192401"/>
                  <c:y val="-0.0672551492223623"/>
                </c:manualLayout>
              </c:layout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chemeClr val="accent2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420344682639765"/>
                </c:manualLayout>
              </c:layout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chemeClr val="accent2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chemeClr val="accent2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[F05a.xlsx]e!$A$2:$A$4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cat>
          <c:val>
            <c:numRef>
              <c:f>[F05a.xlsx]e!$C$2:$C$4</c:f>
              <c:numCache>
                <c:formatCode>General</c:formatCode>
                <c:ptCount val="3"/>
                <c:pt idx="0">
                  <c:v>5.22205076184366</c:v>
                </c:pt>
                <c:pt idx="1">
                  <c:v>26.3038695397285</c:v>
                </c:pt>
                <c:pt idx="2">
                  <c:v>31.8485333700774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201648"/>
        <c:axId val="456524579"/>
      </c:lineChart>
      <c:catAx>
        <c:axId val="10620164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Flexible GPUs (%)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56524579"/>
        <c:crosses val="autoZero"/>
        <c:auto val="1"/>
        <c:lblAlgn val="ctr"/>
        <c:lblOffset val="100"/>
        <c:noMultiLvlLbl val="0"/>
      </c:catAx>
      <c:valAx>
        <c:axId val="4565245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PV hosting gain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06201648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0699272433306386"/>
          <c:y val="0.10655737704918"/>
          <c:w val="0.234114793856103"/>
          <c:h val="0.14438839848675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886ac4a-e377-4483-9624-52b4657c088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6105648296364"/>
          <c:y val="0.049618320610687"/>
          <c:w val="0.876362527631679"/>
          <c:h val="0.760248798416737"/>
        </c:manualLayout>
      </c:layout>
      <c:scatterChart>
        <c:scatterStyle val="smooth"/>
        <c:varyColors val="0"/>
        <c:ser>
          <c:idx val="0"/>
          <c:order val="0"/>
          <c:tx>
            <c:strRef>
              <c:f>"4h: 5.60kW"</c:f>
              <c:strCache>
                <c:ptCount val="1"/>
                <c:pt idx="0">
                  <c:v>4h: 5.60kW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  <a:sp3d contourW="31750"/>
          </c:spPr>
          <c:marker>
            <c:symbol val="none"/>
          </c:marker>
          <c:dLbls>
            <c:delete val="1"/>
          </c:dLbls>
          <c:xVal>
            <c:numRef>
              <c:f>[F06a.xlsx]F06a!$B$2:$B$302</c:f>
              <c:numCache>
                <c:formatCode>General</c:formatCode>
                <c:ptCount val="301"/>
                <c:pt idx="0">
                  <c:v>10.5550561377485</c:v>
                </c:pt>
                <c:pt idx="1">
                  <c:v>10.5550561377485</c:v>
                </c:pt>
                <c:pt idx="2">
                  <c:v>10.7374384442286</c:v>
                </c:pt>
                <c:pt idx="3">
                  <c:v>10.7386216495071</c:v>
                </c:pt>
                <c:pt idx="4">
                  <c:v>11.1566449304417</c:v>
                </c:pt>
                <c:pt idx="5">
                  <c:v>11.2079208190882</c:v>
                </c:pt>
                <c:pt idx="6">
                  <c:v>11.2818673419897</c:v>
                </c:pt>
                <c:pt idx="7">
                  <c:v>11.3131862750496</c:v>
                </c:pt>
                <c:pt idx="8">
                  <c:v>11.5350478461933</c:v>
                </c:pt>
                <c:pt idx="9">
                  <c:v>11.6205945933465</c:v>
                </c:pt>
                <c:pt idx="10">
                  <c:v>11.6409198383911</c:v>
                </c:pt>
                <c:pt idx="11">
                  <c:v>11.6727057175089</c:v>
                </c:pt>
                <c:pt idx="12">
                  <c:v>11.6895162368407</c:v>
                </c:pt>
                <c:pt idx="13">
                  <c:v>11.84164644366</c:v>
                </c:pt>
                <c:pt idx="14">
                  <c:v>11.8872905249004</c:v>
                </c:pt>
                <c:pt idx="15">
                  <c:v>11.9225089945508</c:v>
                </c:pt>
                <c:pt idx="16">
                  <c:v>11.936061556884</c:v>
                </c:pt>
                <c:pt idx="17">
                  <c:v>11.9462728067319</c:v>
                </c:pt>
                <c:pt idx="18">
                  <c:v>11.9720495992664</c:v>
                </c:pt>
                <c:pt idx="19">
                  <c:v>12.0499560216395</c:v>
                </c:pt>
                <c:pt idx="20">
                  <c:v>12.099336911847</c:v>
                </c:pt>
                <c:pt idx="21">
                  <c:v>12.1131937558775</c:v>
                </c:pt>
                <c:pt idx="22">
                  <c:v>12.1178241420097</c:v>
                </c:pt>
                <c:pt idx="23">
                  <c:v>12.2194739018572</c:v>
                </c:pt>
                <c:pt idx="24">
                  <c:v>12.2307976601652</c:v>
                </c:pt>
                <c:pt idx="25">
                  <c:v>12.2514482362869</c:v>
                </c:pt>
                <c:pt idx="26">
                  <c:v>12.2729835327738</c:v>
                </c:pt>
                <c:pt idx="27">
                  <c:v>12.3036025063241</c:v>
                </c:pt>
                <c:pt idx="28">
                  <c:v>12.3442938675708</c:v>
                </c:pt>
                <c:pt idx="29">
                  <c:v>12.3990049984685</c:v>
                </c:pt>
                <c:pt idx="30">
                  <c:v>12.4051316678932</c:v>
                </c:pt>
                <c:pt idx="31">
                  <c:v>12.4145973655778</c:v>
                </c:pt>
                <c:pt idx="32">
                  <c:v>12.4389231004062</c:v>
                </c:pt>
                <c:pt idx="33">
                  <c:v>12.4440453462544</c:v>
                </c:pt>
                <c:pt idx="34">
                  <c:v>12.5330234750463</c:v>
                </c:pt>
                <c:pt idx="35">
                  <c:v>12.539501996935</c:v>
                </c:pt>
                <c:pt idx="36">
                  <c:v>12.6016455784401</c:v>
                </c:pt>
                <c:pt idx="37">
                  <c:v>12.657130963181</c:v>
                </c:pt>
                <c:pt idx="38">
                  <c:v>12.675738399965</c:v>
                </c:pt>
                <c:pt idx="39">
                  <c:v>12.7102407381666</c:v>
                </c:pt>
                <c:pt idx="40">
                  <c:v>12.7360898157211</c:v>
                </c:pt>
                <c:pt idx="41">
                  <c:v>12.83090520524</c:v>
                </c:pt>
                <c:pt idx="42">
                  <c:v>12.8435758645903</c:v>
                </c:pt>
                <c:pt idx="43">
                  <c:v>12.8927810389707</c:v>
                </c:pt>
                <c:pt idx="44">
                  <c:v>12.924292632202</c:v>
                </c:pt>
                <c:pt idx="45">
                  <c:v>12.9489297862675</c:v>
                </c:pt>
                <c:pt idx="46">
                  <c:v>12.9683549807632</c:v>
                </c:pt>
                <c:pt idx="47">
                  <c:v>12.9830894915901</c:v>
                </c:pt>
                <c:pt idx="48">
                  <c:v>13.005341633674</c:v>
                </c:pt>
                <c:pt idx="49">
                  <c:v>13.0107372729234</c:v>
                </c:pt>
                <c:pt idx="50">
                  <c:v>13.0499217834906</c:v>
                </c:pt>
                <c:pt idx="51">
                  <c:v>13.0879365155545</c:v>
                </c:pt>
                <c:pt idx="52">
                  <c:v>13.0949023544607</c:v>
                </c:pt>
                <c:pt idx="53">
                  <c:v>13.1235237775418</c:v>
                </c:pt>
                <c:pt idx="54">
                  <c:v>13.136608361318</c:v>
                </c:pt>
                <c:pt idx="55">
                  <c:v>13.204668992684</c:v>
                </c:pt>
                <c:pt idx="56">
                  <c:v>13.2305852756189</c:v>
                </c:pt>
                <c:pt idx="57">
                  <c:v>13.2518120383767</c:v>
                </c:pt>
                <c:pt idx="58">
                  <c:v>13.2655124691934</c:v>
                </c:pt>
                <c:pt idx="59">
                  <c:v>13.2995065818438</c:v>
                </c:pt>
                <c:pt idx="60">
                  <c:v>13.3224322788581</c:v>
                </c:pt>
                <c:pt idx="61">
                  <c:v>13.3813304365134</c:v>
                </c:pt>
                <c:pt idx="62">
                  <c:v>13.3971517398126</c:v>
                </c:pt>
                <c:pt idx="63">
                  <c:v>13.398399582793</c:v>
                </c:pt>
                <c:pt idx="64">
                  <c:v>13.4197061645509</c:v>
                </c:pt>
                <c:pt idx="65">
                  <c:v>13.4800007655158</c:v>
                </c:pt>
                <c:pt idx="66">
                  <c:v>13.4944622173785</c:v>
                </c:pt>
                <c:pt idx="67">
                  <c:v>13.5048075896515</c:v>
                </c:pt>
                <c:pt idx="68">
                  <c:v>13.512378641117</c:v>
                </c:pt>
                <c:pt idx="69">
                  <c:v>13.5443333713574</c:v>
                </c:pt>
                <c:pt idx="70">
                  <c:v>13.5740029104573</c:v>
                </c:pt>
                <c:pt idx="71">
                  <c:v>13.6577302565754</c:v>
                </c:pt>
                <c:pt idx="72">
                  <c:v>13.6655683448938</c:v>
                </c:pt>
                <c:pt idx="73">
                  <c:v>13.6675208181613</c:v>
                </c:pt>
                <c:pt idx="74">
                  <c:v>13.6718686576912</c:v>
                </c:pt>
                <c:pt idx="75">
                  <c:v>13.674205502006</c:v>
                </c:pt>
                <c:pt idx="76">
                  <c:v>13.6847280597068</c:v>
                </c:pt>
                <c:pt idx="77">
                  <c:v>13.7044228435308</c:v>
                </c:pt>
                <c:pt idx="78">
                  <c:v>13.7349032350243</c:v>
                </c:pt>
                <c:pt idx="79">
                  <c:v>13.784463185258</c:v>
                </c:pt>
                <c:pt idx="80">
                  <c:v>13.7868105252895</c:v>
                </c:pt>
                <c:pt idx="81">
                  <c:v>13.7873368824269</c:v>
                </c:pt>
                <c:pt idx="82">
                  <c:v>13.7922579942167</c:v>
                </c:pt>
                <c:pt idx="83">
                  <c:v>13.828765651911</c:v>
                </c:pt>
                <c:pt idx="84">
                  <c:v>13.8796377071677</c:v>
                </c:pt>
                <c:pt idx="85">
                  <c:v>13.8870763567221</c:v>
                </c:pt>
                <c:pt idx="86">
                  <c:v>13.9307388905552</c:v>
                </c:pt>
                <c:pt idx="87">
                  <c:v>13.9318919793349</c:v>
                </c:pt>
                <c:pt idx="88">
                  <c:v>13.9341729146174</c:v>
                </c:pt>
                <c:pt idx="89">
                  <c:v>13.9485467548031</c:v>
                </c:pt>
                <c:pt idx="90">
                  <c:v>13.9549226510403</c:v>
                </c:pt>
                <c:pt idx="91">
                  <c:v>13.9789647520077</c:v>
                </c:pt>
                <c:pt idx="92">
                  <c:v>13.9973663067706</c:v>
                </c:pt>
                <c:pt idx="93">
                  <c:v>14.0216033479221</c:v>
                </c:pt>
                <c:pt idx="94">
                  <c:v>14.041555638373</c:v>
                </c:pt>
                <c:pt idx="95">
                  <c:v>14.0899928080953</c:v>
                </c:pt>
                <c:pt idx="96">
                  <c:v>14.1019266653678</c:v>
                </c:pt>
                <c:pt idx="97">
                  <c:v>14.1303405447588</c:v>
                </c:pt>
                <c:pt idx="98">
                  <c:v>14.1548276561016</c:v>
                </c:pt>
                <c:pt idx="99">
                  <c:v>14.1699502966819</c:v>
                </c:pt>
                <c:pt idx="100">
                  <c:v>14.1886617867178</c:v>
                </c:pt>
                <c:pt idx="101">
                  <c:v>14.2029038040199</c:v>
                </c:pt>
                <c:pt idx="102">
                  <c:v>14.2192469769452</c:v>
                </c:pt>
                <c:pt idx="103">
                  <c:v>14.2285807759248</c:v>
                </c:pt>
                <c:pt idx="104">
                  <c:v>14.257784949756</c:v>
                </c:pt>
                <c:pt idx="105">
                  <c:v>14.3396255285234</c:v>
                </c:pt>
                <c:pt idx="106">
                  <c:v>14.398808027979</c:v>
                </c:pt>
                <c:pt idx="107">
                  <c:v>14.5407840634846</c:v>
                </c:pt>
                <c:pt idx="108">
                  <c:v>14.6089587894541</c:v>
                </c:pt>
                <c:pt idx="109">
                  <c:v>14.6145558985557</c:v>
                </c:pt>
                <c:pt idx="110">
                  <c:v>14.640378792323</c:v>
                </c:pt>
                <c:pt idx="111">
                  <c:v>14.6651557628119</c:v>
                </c:pt>
                <c:pt idx="112">
                  <c:v>14.7690067508605</c:v>
                </c:pt>
                <c:pt idx="113">
                  <c:v>14.7949262800662</c:v>
                </c:pt>
                <c:pt idx="114">
                  <c:v>14.8551752686205</c:v>
                </c:pt>
                <c:pt idx="115">
                  <c:v>14.8658251807996</c:v>
                </c:pt>
                <c:pt idx="116">
                  <c:v>14.8853985915625</c:v>
                </c:pt>
                <c:pt idx="117">
                  <c:v>14.8949524694966</c:v>
                </c:pt>
                <c:pt idx="118">
                  <c:v>14.903060630076</c:v>
                </c:pt>
                <c:pt idx="119">
                  <c:v>14.9552039120646</c:v>
                </c:pt>
                <c:pt idx="120">
                  <c:v>15.0187162692084</c:v>
                </c:pt>
                <c:pt idx="121">
                  <c:v>15.0296052406266</c:v>
                </c:pt>
                <c:pt idx="122">
                  <c:v>15.0795825443347</c:v>
                </c:pt>
                <c:pt idx="123">
                  <c:v>15.1662018180161</c:v>
                </c:pt>
                <c:pt idx="124">
                  <c:v>15.3395525589027</c:v>
                </c:pt>
                <c:pt idx="125">
                  <c:v>15.4540370301234</c:v>
                </c:pt>
                <c:pt idx="126">
                  <c:v>15.5348905550427</c:v>
                </c:pt>
                <c:pt idx="127">
                  <c:v>15.6652811224257</c:v>
                </c:pt>
                <c:pt idx="128">
                  <c:v>15.8130732128435</c:v>
                </c:pt>
                <c:pt idx="129">
                  <c:v>15.9073400578641</c:v>
                </c:pt>
                <c:pt idx="130">
                  <c:v>15.999894607689</c:v>
                </c:pt>
                <c:pt idx="131">
                  <c:v>16.0251488022006</c:v>
                </c:pt>
                <c:pt idx="132">
                  <c:v>16.0842399327487</c:v>
                </c:pt>
                <c:pt idx="133">
                  <c:v>16.1391665577784</c:v>
                </c:pt>
                <c:pt idx="134">
                  <c:v>16.1788137947348</c:v>
                </c:pt>
                <c:pt idx="135">
                  <c:v>16.218823007593</c:v>
                </c:pt>
                <c:pt idx="136">
                  <c:v>16.2799444344261</c:v>
                </c:pt>
                <c:pt idx="137">
                  <c:v>16.312942753635</c:v>
                </c:pt>
                <c:pt idx="138">
                  <c:v>16.3310826309314</c:v>
                </c:pt>
                <c:pt idx="139">
                  <c:v>16.3608004302907</c:v>
                </c:pt>
                <c:pt idx="140">
                  <c:v>16.3667977061054</c:v>
                </c:pt>
                <c:pt idx="141">
                  <c:v>16.3839191603216</c:v>
                </c:pt>
                <c:pt idx="142">
                  <c:v>16.4140900284429</c:v>
                </c:pt>
                <c:pt idx="143">
                  <c:v>16.4506515640886</c:v>
                </c:pt>
                <c:pt idx="144">
                  <c:v>16.4561368437642</c:v>
                </c:pt>
                <c:pt idx="145">
                  <c:v>16.5141958540073</c:v>
                </c:pt>
                <c:pt idx="146">
                  <c:v>16.5193339630684</c:v>
                </c:pt>
                <c:pt idx="147">
                  <c:v>16.5332746951545</c:v>
                </c:pt>
                <c:pt idx="148">
                  <c:v>16.6086268641452</c:v>
                </c:pt>
                <c:pt idx="149">
                  <c:v>16.6875725726025</c:v>
                </c:pt>
                <c:pt idx="150">
                  <c:v>16.6978419971984</c:v>
                </c:pt>
                <c:pt idx="151">
                  <c:v>16.8015865225159</c:v>
                </c:pt>
                <c:pt idx="152">
                  <c:v>16.823752433509</c:v>
                </c:pt>
                <c:pt idx="153">
                  <c:v>16.8244767174954</c:v>
                </c:pt>
                <c:pt idx="154">
                  <c:v>16.8389168709225</c:v>
                </c:pt>
                <c:pt idx="155">
                  <c:v>16.9165874459647</c:v>
                </c:pt>
                <c:pt idx="156">
                  <c:v>16.9459072885238</c:v>
                </c:pt>
                <c:pt idx="157">
                  <c:v>17.0023666131934</c:v>
                </c:pt>
                <c:pt idx="158">
                  <c:v>17.0398533369184</c:v>
                </c:pt>
                <c:pt idx="159">
                  <c:v>17.0910047711025</c:v>
                </c:pt>
                <c:pt idx="160">
                  <c:v>17.0999691913019</c:v>
                </c:pt>
                <c:pt idx="161">
                  <c:v>17.1019482917054</c:v>
                </c:pt>
                <c:pt idx="162">
                  <c:v>17.1823266169494</c:v>
                </c:pt>
                <c:pt idx="163">
                  <c:v>17.1825778056749</c:v>
                </c:pt>
                <c:pt idx="164">
                  <c:v>17.2188525224647</c:v>
                </c:pt>
                <c:pt idx="165">
                  <c:v>17.2451190818409</c:v>
                </c:pt>
                <c:pt idx="166">
                  <c:v>17.3216342491308</c:v>
                </c:pt>
                <c:pt idx="167">
                  <c:v>17.3590340831049</c:v>
                </c:pt>
                <c:pt idx="168">
                  <c:v>17.4056969575225</c:v>
                </c:pt>
                <c:pt idx="169">
                  <c:v>17.4177051217358</c:v>
                </c:pt>
                <c:pt idx="170">
                  <c:v>17.4344456530947</c:v>
                </c:pt>
                <c:pt idx="171">
                  <c:v>17.4363982365242</c:v>
                </c:pt>
                <c:pt idx="172">
                  <c:v>17.4608666302265</c:v>
                </c:pt>
                <c:pt idx="173">
                  <c:v>17.4682941447821</c:v>
                </c:pt>
                <c:pt idx="174">
                  <c:v>17.4778337183081</c:v>
                </c:pt>
                <c:pt idx="175">
                  <c:v>17.4940505440853</c:v>
                </c:pt>
                <c:pt idx="176">
                  <c:v>17.4956880107485</c:v>
                </c:pt>
                <c:pt idx="177">
                  <c:v>17.5691799800428</c:v>
                </c:pt>
                <c:pt idx="178">
                  <c:v>17.6013560895546</c:v>
                </c:pt>
                <c:pt idx="179">
                  <c:v>17.6508209669577</c:v>
                </c:pt>
                <c:pt idx="180">
                  <c:v>17.6581072954627</c:v>
                </c:pt>
                <c:pt idx="181">
                  <c:v>17.693671317497</c:v>
                </c:pt>
                <c:pt idx="182">
                  <c:v>17.6969330552586</c:v>
                </c:pt>
                <c:pt idx="183">
                  <c:v>17.7540127989461</c:v>
                </c:pt>
                <c:pt idx="184">
                  <c:v>17.8412427946263</c:v>
                </c:pt>
                <c:pt idx="185">
                  <c:v>17.8424385462271</c:v>
                </c:pt>
                <c:pt idx="186">
                  <c:v>17.8503289786823</c:v>
                </c:pt>
                <c:pt idx="187">
                  <c:v>17.8665408603187</c:v>
                </c:pt>
                <c:pt idx="188">
                  <c:v>17.8987126666974</c:v>
                </c:pt>
                <c:pt idx="189">
                  <c:v>17.912107312159</c:v>
                </c:pt>
                <c:pt idx="190">
                  <c:v>17.9999512426955</c:v>
                </c:pt>
                <c:pt idx="191">
                  <c:v>18.0203837397771</c:v>
                </c:pt>
                <c:pt idx="192">
                  <c:v>18.0746967399577</c:v>
                </c:pt>
                <c:pt idx="193">
                  <c:v>18.090198161587</c:v>
                </c:pt>
                <c:pt idx="194">
                  <c:v>18.115538353162</c:v>
                </c:pt>
                <c:pt idx="195">
                  <c:v>18.1259168002333</c:v>
                </c:pt>
                <c:pt idx="196">
                  <c:v>18.1909621651858</c:v>
                </c:pt>
                <c:pt idx="197">
                  <c:v>18.2220520519718</c:v>
                </c:pt>
                <c:pt idx="198">
                  <c:v>18.2411495180059</c:v>
                </c:pt>
                <c:pt idx="199">
                  <c:v>18.2684945297536</c:v>
                </c:pt>
                <c:pt idx="200">
                  <c:v>18.3121762313851</c:v>
                </c:pt>
                <c:pt idx="201">
                  <c:v>18.3325894936348</c:v>
                </c:pt>
                <c:pt idx="202">
                  <c:v>18.377661733178</c:v>
                </c:pt>
                <c:pt idx="203">
                  <c:v>18.3934435864526</c:v>
                </c:pt>
                <c:pt idx="204">
                  <c:v>18.4253976799171</c:v>
                </c:pt>
                <c:pt idx="205">
                  <c:v>18.4274765923252</c:v>
                </c:pt>
                <c:pt idx="206">
                  <c:v>18.4562290770081</c:v>
                </c:pt>
                <c:pt idx="207">
                  <c:v>18.4778625794038</c:v>
                </c:pt>
                <c:pt idx="208">
                  <c:v>18.4939822573218</c:v>
                </c:pt>
                <c:pt idx="209">
                  <c:v>18.4967474565827</c:v>
                </c:pt>
                <c:pt idx="210">
                  <c:v>18.5197529739414</c:v>
                </c:pt>
                <c:pt idx="211">
                  <c:v>18.5274445406055</c:v>
                </c:pt>
                <c:pt idx="212">
                  <c:v>18.5530866047669</c:v>
                </c:pt>
                <c:pt idx="213">
                  <c:v>18.5543704640534</c:v>
                </c:pt>
                <c:pt idx="214">
                  <c:v>18.5673201985086</c:v>
                </c:pt>
                <c:pt idx="215">
                  <c:v>18.5743379598305</c:v>
                </c:pt>
                <c:pt idx="216">
                  <c:v>18.6547046434467</c:v>
                </c:pt>
                <c:pt idx="217">
                  <c:v>18.6681375593442</c:v>
                </c:pt>
                <c:pt idx="218">
                  <c:v>18.7094090751907</c:v>
                </c:pt>
                <c:pt idx="219">
                  <c:v>18.7281773543075</c:v>
                </c:pt>
                <c:pt idx="220">
                  <c:v>18.7777316042467</c:v>
                </c:pt>
                <c:pt idx="221">
                  <c:v>18.7853906033342</c:v>
                </c:pt>
                <c:pt idx="222">
                  <c:v>18.7950163907811</c:v>
                </c:pt>
                <c:pt idx="223">
                  <c:v>18.7952445704392</c:v>
                </c:pt>
                <c:pt idx="224">
                  <c:v>18.7955046034464</c:v>
                </c:pt>
                <c:pt idx="225">
                  <c:v>18.8241018804657</c:v>
                </c:pt>
                <c:pt idx="226">
                  <c:v>18.8431170954252</c:v>
                </c:pt>
                <c:pt idx="227">
                  <c:v>18.8504215723283</c:v>
                </c:pt>
                <c:pt idx="228">
                  <c:v>18.8621316455202</c:v>
                </c:pt>
                <c:pt idx="229">
                  <c:v>18.8798707775817</c:v>
                </c:pt>
                <c:pt idx="230">
                  <c:v>18.8803878212529</c:v>
                </c:pt>
                <c:pt idx="231">
                  <c:v>18.9125529170514</c:v>
                </c:pt>
                <c:pt idx="232">
                  <c:v>18.9464898537246</c:v>
                </c:pt>
                <c:pt idx="233">
                  <c:v>18.9877635454794</c:v>
                </c:pt>
                <c:pt idx="234">
                  <c:v>19.0102484016036</c:v>
                </c:pt>
                <c:pt idx="235">
                  <c:v>19.0247316029687</c:v>
                </c:pt>
                <c:pt idx="236">
                  <c:v>19.0746895150601</c:v>
                </c:pt>
                <c:pt idx="237">
                  <c:v>19.1038364757097</c:v>
                </c:pt>
                <c:pt idx="238">
                  <c:v>19.1155472142539</c:v>
                </c:pt>
                <c:pt idx="239">
                  <c:v>19.3714426931779</c:v>
                </c:pt>
                <c:pt idx="240">
                  <c:v>19.3759122223088</c:v>
                </c:pt>
                <c:pt idx="241">
                  <c:v>19.5286472112778</c:v>
                </c:pt>
                <c:pt idx="242">
                  <c:v>19.5701354248995</c:v>
                </c:pt>
                <c:pt idx="243">
                  <c:v>19.5854361801077</c:v>
                </c:pt>
                <c:pt idx="244">
                  <c:v>19.5859017493047</c:v>
                </c:pt>
                <c:pt idx="245">
                  <c:v>19.5965121041137</c:v>
                </c:pt>
                <c:pt idx="246">
                  <c:v>19.6121143132797</c:v>
                </c:pt>
                <c:pt idx="247">
                  <c:v>19.7013814169239</c:v>
                </c:pt>
                <c:pt idx="248">
                  <c:v>19.733603106336</c:v>
                </c:pt>
                <c:pt idx="249">
                  <c:v>19.7503630424217</c:v>
                </c:pt>
                <c:pt idx="250">
                  <c:v>19.7991393285281</c:v>
                </c:pt>
                <c:pt idx="251">
                  <c:v>19.801713469071</c:v>
                </c:pt>
                <c:pt idx="252">
                  <c:v>19.8684504180486</c:v>
                </c:pt>
                <c:pt idx="253">
                  <c:v>19.9252383064206</c:v>
                </c:pt>
                <c:pt idx="254">
                  <c:v>19.9294305246655</c:v>
                </c:pt>
                <c:pt idx="255">
                  <c:v>19.9424551375895</c:v>
                </c:pt>
                <c:pt idx="256">
                  <c:v>20.00011871394</c:v>
                </c:pt>
                <c:pt idx="257">
                  <c:v>20.0591691233995</c:v>
                </c:pt>
                <c:pt idx="258">
                  <c:v>20.0717235401377</c:v>
                </c:pt>
                <c:pt idx="259">
                  <c:v>20.1041969273315</c:v>
                </c:pt>
                <c:pt idx="260">
                  <c:v>20.105456609958</c:v>
                </c:pt>
                <c:pt idx="261">
                  <c:v>20.2945754973533</c:v>
                </c:pt>
                <c:pt idx="262">
                  <c:v>20.3031624916425</c:v>
                </c:pt>
                <c:pt idx="263">
                  <c:v>20.3108033562419</c:v>
                </c:pt>
                <c:pt idx="264">
                  <c:v>20.3304215226983</c:v>
                </c:pt>
                <c:pt idx="265">
                  <c:v>20.3398888420482</c:v>
                </c:pt>
                <c:pt idx="266">
                  <c:v>20.3828512457152</c:v>
                </c:pt>
                <c:pt idx="267">
                  <c:v>20.3977376028549</c:v>
                </c:pt>
                <c:pt idx="268">
                  <c:v>20.4655492534273</c:v>
                </c:pt>
                <c:pt idx="269">
                  <c:v>20.4956347301367</c:v>
                </c:pt>
                <c:pt idx="270">
                  <c:v>20.5790003697112</c:v>
                </c:pt>
                <c:pt idx="271">
                  <c:v>20.6034174709052</c:v>
                </c:pt>
                <c:pt idx="272">
                  <c:v>20.6486054500475</c:v>
                </c:pt>
                <c:pt idx="273">
                  <c:v>20.6903706148809</c:v>
                </c:pt>
                <c:pt idx="274">
                  <c:v>20.742199418886</c:v>
                </c:pt>
                <c:pt idx="275">
                  <c:v>20.8116190737295</c:v>
                </c:pt>
                <c:pt idx="276">
                  <c:v>20.9291955951957</c:v>
                </c:pt>
                <c:pt idx="277">
                  <c:v>20.9880177386564</c:v>
                </c:pt>
                <c:pt idx="278">
                  <c:v>21.0286613545195</c:v>
                </c:pt>
                <c:pt idx="279">
                  <c:v>21.1211518616261</c:v>
                </c:pt>
                <c:pt idx="280">
                  <c:v>21.1997055076252</c:v>
                </c:pt>
                <c:pt idx="281">
                  <c:v>21.2455521500697</c:v>
                </c:pt>
                <c:pt idx="282">
                  <c:v>21.2889287882276</c:v>
                </c:pt>
                <c:pt idx="283">
                  <c:v>21.3390914490548</c:v>
                </c:pt>
                <c:pt idx="284">
                  <c:v>21.3429646716932</c:v>
                </c:pt>
                <c:pt idx="285">
                  <c:v>21.427476276216</c:v>
                </c:pt>
                <c:pt idx="286">
                  <c:v>21.6371556645738</c:v>
                </c:pt>
                <c:pt idx="287">
                  <c:v>21.8014268992025</c:v>
                </c:pt>
                <c:pt idx="288">
                  <c:v>22.057199935534</c:v>
                </c:pt>
                <c:pt idx="289">
                  <c:v>22.1015859518838</c:v>
                </c:pt>
                <c:pt idx="290">
                  <c:v>22.165352278843</c:v>
                </c:pt>
                <c:pt idx="291">
                  <c:v>22.207898562259</c:v>
                </c:pt>
                <c:pt idx="292">
                  <c:v>22.2643539226219</c:v>
                </c:pt>
                <c:pt idx="293">
                  <c:v>22.3899546229886</c:v>
                </c:pt>
                <c:pt idx="294">
                  <c:v>22.4287445306541</c:v>
                </c:pt>
                <c:pt idx="295">
                  <c:v>22.5136496139472</c:v>
                </c:pt>
                <c:pt idx="296">
                  <c:v>22.546165255153</c:v>
                </c:pt>
                <c:pt idx="297">
                  <c:v>22.59240294411</c:v>
                </c:pt>
                <c:pt idx="298">
                  <c:v>23.1188530165649</c:v>
                </c:pt>
                <c:pt idx="299">
                  <c:v>23.3654264789599</c:v>
                </c:pt>
                <c:pt idx="300">
                  <c:v>23.7066136405655</c:v>
                </c:pt>
              </c:numCache>
            </c:numRef>
          </c:xVal>
          <c:yVal>
            <c:numRef>
              <c:f>[F06a.xlsx]F06a!$A$2:$A$302</c:f>
              <c:numCache>
                <c:formatCode>General</c:formatCode>
                <c:ptCount val="301"/>
                <c:pt idx="0">
                  <c:v>0</c:v>
                </c:pt>
                <c:pt idx="1">
                  <c:v>0.00333333333333333</c:v>
                </c:pt>
                <c:pt idx="2">
                  <c:v>0.00666666666666666</c:v>
                </c:pt>
                <c:pt idx="3">
                  <c:v>0.01</c:v>
                </c:pt>
                <c:pt idx="4">
                  <c:v>0.0133333333333333</c:v>
                </c:pt>
                <c:pt idx="5">
                  <c:v>0.0166666666666666</c:v>
                </c:pt>
                <c:pt idx="6">
                  <c:v>0.02</c:v>
                </c:pt>
                <c:pt idx="7">
                  <c:v>0.0233333333333333</c:v>
                </c:pt>
                <c:pt idx="8">
                  <c:v>0.0266666666666666</c:v>
                </c:pt>
                <c:pt idx="9">
                  <c:v>0.0299999999999999</c:v>
                </c:pt>
                <c:pt idx="10">
                  <c:v>0.0333333333333333</c:v>
                </c:pt>
                <c:pt idx="11">
                  <c:v>0.0366666666666666</c:v>
                </c:pt>
                <c:pt idx="12">
                  <c:v>0.04</c:v>
                </c:pt>
                <c:pt idx="13">
                  <c:v>0.0433333333333333</c:v>
                </c:pt>
                <c:pt idx="14">
                  <c:v>0.0466666666666666</c:v>
                </c:pt>
                <c:pt idx="15">
                  <c:v>0.05</c:v>
                </c:pt>
                <c:pt idx="16">
                  <c:v>0.0533333333333333</c:v>
                </c:pt>
                <c:pt idx="17">
                  <c:v>0.0566666666666666</c:v>
                </c:pt>
                <c:pt idx="18">
                  <c:v>0.0599999999999999</c:v>
                </c:pt>
                <c:pt idx="19">
                  <c:v>0.0633333333333333</c:v>
                </c:pt>
                <c:pt idx="20">
                  <c:v>0.0666666666666666</c:v>
                </c:pt>
                <c:pt idx="21">
                  <c:v>0.07</c:v>
                </c:pt>
                <c:pt idx="22">
                  <c:v>0.0733333333333333</c:v>
                </c:pt>
                <c:pt idx="23">
                  <c:v>0.0766666666666666</c:v>
                </c:pt>
                <c:pt idx="24">
                  <c:v>0.08</c:v>
                </c:pt>
                <c:pt idx="25">
                  <c:v>0.0833333333333333</c:v>
                </c:pt>
                <c:pt idx="26">
                  <c:v>0.0866666666666666</c:v>
                </c:pt>
                <c:pt idx="27">
                  <c:v>0.0899999999999999</c:v>
                </c:pt>
                <c:pt idx="28">
                  <c:v>0.0933333333333333</c:v>
                </c:pt>
                <c:pt idx="29">
                  <c:v>0.0966666666666666</c:v>
                </c:pt>
                <c:pt idx="30">
                  <c:v>0.1</c:v>
                </c:pt>
                <c:pt idx="31">
                  <c:v>0.103333333333333</c:v>
                </c:pt>
                <c:pt idx="32">
                  <c:v>0.106666666666666</c:v>
                </c:pt>
                <c:pt idx="33">
                  <c:v>0.11</c:v>
                </c:pt>
                <c:pt idx="34">
                  <c:v>0.113333333333333</c:v>
                </c:pt>
                <c:pt idx="35">
                  <c:v>0.116666666666666</c:v>
                </c:pt>
                <c:pt idx="36">
                  <c:v>0.12</c:v>
                </c:pt>
                <c:pt idx="37">
                  <c:v>0.123333333333333</c:v>
                </c:pt>
                <c:pt idx="38">
                  <c:v>0.126666666666666</c:v>
                </c:pt>
                <c:pt idx="39">
                  <c:v>0.13</c:v>
                </c:pt>
                <c:pt idx="40">
                  <c:v>0.133333333333333</c:v>
                </c:pt>
                <c:pt idx="41">
                  <c:v>0.136666666666666</c:v>
                </c:pt>
                <c:pt idx="42">
                  <c:v>0.14</c:v>
                </c:pt>
                <c:pt idx="43">
                  <c:v>0.143333333333333</c:v>
                </c:pt>
                <c:pt idx="44">
                  <c:v>0.146666666666666</c:v>
                </c:pt>
                <c:pt idx="45">
                  <c:v>0.149999999999999</c:v>
                </c:pt>
                <c:pt idx="46">
                  <c:v>0.153333333333333</c:v>
                </c:pt>
                <c:pt idx="47">
                  <c:v>0.156666666666666</c:v>
                </c:pt>
                <c:pt idx="48">
                  <c:v>0.16</c:v>
                </c:pt>
                <c:pt idx="49">
                  <c:v>0.163333333333333</c:v>
                </c:pt>
                <c:pt idx="50">
                  <c:v>0.166666666666666</c:v>
                </c:pt>
                <c:pt idx="51">
                  <c:v>0.17</c:v>
                </c:pt>
                <c:pt idx="52">
                  <c:v>0.173333333333333</c:v>
                </c:pt>
                <c:pt idx="53">
                  <c:v>0.176666666666666</c:v>
                </c:pt>
                <c:pt idx="54">
                  <c:v>0.179999999999999</c:v>
                </c:pt>
                <c:pt idx="55">
                  <c:v>0.183333333333333</c:v>
                </c:pt>
                <c:pt idx="56">
                  <c:v>0.186666666666666</c:v>
                </c:pt>
                <c:pt idx="57">
                  <c:v>0.19</c:v>
                </c:pt>
                <c:pt idx="58">
                  <c:v>0.193333333333333</c:v>
                </c:pt>
                <c:pt idx="59">
                  <c:v>0.196666666666666</c:v>
                </c:pt>
                <c:pt idx="60">
                  <c:v>0.2</c:v>
                </c:pt>
                <c:pt idx="61">
                  <c:v>0.203333333333333</c:v>
                </c:pt>
                <c:pt idx="62">
                  <c:v>0.206666666666666</c:v>
                </c:pt>
                <c:pt idx="63">
                  <c:v>0.209999999999999</c:v>
                </c:pt>
                <c:pt idx="64">
                  <c:v>0.213333333333333</c:v>
                </c:pt>
                <c:pt idx="65">
                  <c:v>0.216666666666666</c:v>
                </c:pt>
                <c:pt idx="66">
                  <c:v>0.22</c:v>
                </c:pt>
                <c:pt idx="67">
                  <c:v>0.223333333333333</c:v>
                </c:pt>
                <c:pt idx="68">
                  <c:v>0.226666666666666</c:v>
                </c:pt>
                <c:pt idx="69">
                  <c:v>0.23</c:v>
                </c:pt>
                <c:pt idx="70">
                  <c:v>0.233333333333333</c:v>
                </c:pt>
                <c:pt idx="71">
                  <c:v>0.236666666666666</c:v>
                </c:pt>
                <c:pt idx="72">
                  <c:v>0.239999999999999</c:v>
                </c:pt>
                <c:pt idx="73">
                  <c:v>0.243333333333333</c:v>
                </c:pt>
                <c:pt idx="74">
                  <c:v>0.246666666666666</c:v>
                </c:pt>
                <c:pt idx="75">
                  <c:v>0.25</c:v>
                </c:pt>
                <c:pt idx="76">
                  <c:v>0.253333333333333</c:v>
                </c:pt>
                <c:pt idx="77">
                  <c:v>0.256666666666666</c:v>
                </c:pt>
                <c:pt idx="78">
                  <c:v>0.26</c:v>
                </c:pt>
                <c:pt idx="79">
                  <c:v>0.263333333333333</c:v>
                </c:pt>
                <c:pt idx="80">
                  <c:v>0.266666666666666</c:v>
                </c:pt>
                <c:pt idx="81">
                  <c:v>0.27</c:v>
                </c:pt>
                <c:pt idx="82">
                  <c:v>0.273333333333333</c:v>
                </c:pt>
                <c:pt idx="83">
                  <c:v>0.276666666666666</c:v>
                </c:pt>
                <c:pt idx="84">
                  <c:v>0.28</c:v>
                </c:pt>
                <c:pt idx="85">
                  <c:v>0.283333333333333</c:v>
                </c:pt>
                <c:pt idx="86">
                  <c:v>0.286666666666666</c:v>
                </c:pt>
                <c:pt idx="87">
                  <c:v>0.289999999999999</c:v>
                </c:pt>
                <c:pt idx="88">
                  <c:v>0.293333333333333</c:v>
                </c:pt>
                <c:pt idx="89">
                  <c:v>0.296666666666666</c:v>
                </c:pt>
                <c:pt idx="90">
                  <c:v>0.299999999999999</c:v>
                </c:pt>
                <c:pt idx="91">
                  <c:v>0.303333333333333</c:v>
                </c:pt>
                <c:pt idx="92">
                  <c:v>0.306666666666666</c:v>
                </c:pt>
                <c:pt idx="93">
                  <c:v>0.31</c:v>
                </c:pt>
                <c:pt idx="94">
                  <c:v>0.313333333333333</c:v>
                </c:pt>
                <c:pt idx="95">
                  <c:v>0.316666666666666</c:v>
                </c:pt>
                <c:pt idx="96">
                  <c:v>0.32</c:v>
                </c:pt>
                <c:pt idx="97">
                  <c:v>0.323333333333333</c:v>
                </c:pt>
                <c:pt idx="98">
                  <c:v>0.326666666666666</c:v>
                </c:pt>
                <c:pt idx="99">
                  <c:v>0.33</c:v>
                </c:pt>
                <c:pt idx="100">
                  <c:v>0.333333333333333</c:v>
                </c:pt>
                <c:pt idx="101">
                  <c:v>0.336666666666666</c:v>
                </c:pt>
                <c:pt idx="102">
                  <c:v>0.34</c:v>
                </c:pt>
                <c:pt idx="103">
                  <c:v>0.343333333333333</c:v>
                </c:pt>
                <c:pt idx="104">
                  <c:v>0.346666666666666</c:v>
                </c:pt>
                <c:pt idx="105">
                  <c:v>0.349999999999999</c:v>
                </c:pt>
                <c:pt idx="106">
                  <c:v>0.353333333333333</c:v>
                </c:pt>
                <c:pt idx="107">
                  <c:v>0.356666666666666</c:v>
                </c:pt>
                <c:pt idx="108">
                  <c:v>0.359999999999999</c:v>
                </c:pt>
                <c:pt idx="109">
                  <c:v>0.363333333333333</c:v>
                </c:pt>
                <c:pt idx="110">
                  <c:v>0.366666666666666</c:v>
                </c:pt>
                <c:pt idx="111">
                  <c:v>0.37</c:v>
                </c:pt>
                <c:pt idx="112">
                  <c:v>0.373333333333333</c:v>
                </c:pt>
                <c:pt idx="113">
                  <c:v>0.376666666666666</c:v>
                </c:pt>
                <c:pt idx="114">
                  <c:v>0.38</c:v>
                </c:pt>
                <c:pt idx="115">
                  <c:v>0.383333333333333</c:v>
                </c:pt>
                <c:pt idx="116">
                  <c:v>0.386666666666666</c:v>
                </c:pt>
                <c:pt idx="117">
                  <c:v>0.39</c:v>
                </c:pt>
                <c:pt idx="118">
                  <c:v>0.393333333333333</c:v>
                </c:pt>
                <c:pt idx="119">
                  <c:v>0.396666666666666</c:v>
                </c:pt>
                <c:pt idx="120">
                  <c:v>0.4</c:v>
                </c:pt>
                <c:pt idx="121">
                  <c:v>0.403333333333333</c:v>
                </c:pt>
                <c:pt idx="122">
                  <c:v>0.406666666666666</c:v>
                </c:pt>
                <c:pt idx="123">
                  <c:v>0.409999999999999</c:v>
                </c:pt>
                <c:pt idx="124">
                  <c:v>0.413333333333333</c:v>
                </c:pt>
                <c:pt idx="125">
                  <c:v>0.416666666666666</c:v>
                </c:pt>
                <c:pt idx="126">
                  <c:v>0.419999999999999</c:v>
                </c:pt>
                <c:pt idx="127">
                  <c:v>0.423333333333333</c:v>
                </c:pt>
                <c:pt idx="128">
                  <c:v>0.426666666666666</c:v>
                </c:pt>
                <c:pt idx="129">
                  <c:v>0.429999999999999</c:v>
                </c:pt>
                <c:pt idx="130">
                  <c:v>0.433333333333333</c:v>
                </c:pt>
                <c:pt idx="131">
                  <c:v>0.436666666666666</c:v>
                </c:pt>
                <c:pt idx="132">
                  <c:v>0.44</c:v>
                </c:pt>
                <c:pt idx="133">
                  <c:v>0.443333333333333</c:v>
                </c:pt>
                <c:pt idx="134">
                  <c:v>0.446666666666666</c:v>
                </c:pt>
                <c:pt idx="135">
                  <c:v>0.45</c:v>
                </c:pt>
                <c:pt idx="136">
                  <c:v>0.453333333333333</c:v>
                </c:pt>
                <c:pt idx="137">
                  <c:v>0.456666666666666</c:v>
                </c:pt>
                <c:pt idx="138">
                  <c:v>0.46</c:v>
                </c:pt>
                <c:pt idx="139">
                  <c:v>0.463333333333333</c:v>
                </c:pt>
                <c:pt idx="140">
                  <c:v>0.466666666666666</c:v>
                </c:pt>
                <c:pt idx="141">
                  <c:v>0.469999999999999</c:v>
                </c:pt>
                <c:pt idx="142">
                  <c:v>0.473333333333333</c:v>
                </c:pt>
                <c:pt idx="143">
                  <c:v>0.476666666666666</c:v>
                </c:pt>
                <c:pt idx="144">
                  <c:v>0.479999999999999</c:v>
                </c:pt>
                <c:pt idx="145">
                  <c:v>0.483333333333333</c:v>
                </c:pt>
                <c:pt idx="146">
                  <c:v>0.486666666666666</c:v>
                </c:pt>
                <c:pt idx="147">
                  <c:v>0.489999999999999</c:v>
                </c:pt>
                <c:pt idx="148">
                  <c:v>0.493333333333333</c:v>
                </c:pt>
                <c:pt idx="149">
                  <c:v>0.496666666666666</c:v>
                </c:pt>
                <c:pt idx="150">
                  <c:v>0.5</c:v>
                </c:pt>
                <c:pt idx="151">
                  <c:v>0.503333333333333</c:v>
                </c:pt>
                <c:pt idx="152">
                  <c:v>0.506666666666666</c:v>
                </c:pt>
                <c:pt idx="153">
                  <c:v>0.51</c:v>
                </c:pt>
                <c:pt idx="154">
                  <c:v>0.513333333333333</c:v>
                </c:pt>
                <c:pt idx="155">
                  <c:v>0.516666666666666</c:v>
                </c:pt>
                <c:pt idx="156">
                  <c:v>0.52</c:v>
                </c:pt>
                <c:pt idx="157">
                  <c:v>0.523333333333333</c:v>
                </c:pt>
                <c:pt idx="158">
                  <c:v>0.526666666666666</c:v>
                </c:pt>
                <c:pt idx="159">
                  <c:v>0.53</c:v>
                </c:pt>
                <c:pt idx="160">
                  <c:v>0.533333333333333</c:v>
                </c:pt>
                <c:pt idx="161">
                  <c:v>0.536666666666666</c:v>
                </c:pt>
                <c:pt idx="162">
                  <c:v>0.54</c:v>
                </c:pt>
                <c:pt idx="163">
                  <c:v>0.543333333333333</c:v>
                </c:pt>
                <c:pt idx="164">
                  <c:v>0.546666666666666</c:v>
                </c:pt>
                <c:pt idx="165">
                  <c:v>0.55</c:v>
                </c:pt>
                <c:pt idx="166">
                  <c:v>0.553333333333333</c:v>
                </c:pt>
                <c:pt idx="167">
                  <c:v>0.556666666666666</c:v>
                </c:pt>
                <c:pt idx="168">
                  <c:v>0.56</c:v>
                </c:pt>
                <c:pt idx="169">
                  <c:v>0.563333333333333</c:v>
                </c:pt>
                <c:pt idx="170">
                  <c:v>0.566666666666666</c:v>
                </c:pt>
                <c:pt idx="171">
                  <c:v>0.569999999999999</c:v>
                </c:pt>
                <c:pt idx="172">
                  <c:v>0.573333333333333</c:v>
                </c:pt>
                <c:pt idx="173">
                  <c:v>0.576666666666666</c:v>
                </c:pt>
                <c:pt idx="174">
                  <c:v>0.579999999999999</c:v>
                </c:pt>
                <c:pt idx="175">
                  <c:v>0.583333333333333</c:v>
                </c:pt>
                <c:pt idx="176">
                  <c:v>0.586666666666666</c:v>
                </c:pt>
                <c:pt idx="177">
                  <c:v>0.589999999999999</c:v>
                </c:pt>
                <c:pt idx="178">
                  <c:v>0.593333333333333</c:v>
                </c:pt>
                <c:pt idx="179">
                  <c:v>0.596666666666666</c:v>
                </c:pt>
                <c:pt idx="180">
                  <c:v>0.599999999999999</c:v>
                </c:pt>
                <c:pt idx="181">
                  <c:v>0.603333333333333</c:v>
                </c:pt>
                <c:pt idx="182">
                  <c:v>0.606666666666666</c:v>
                </c:pt>
                <c:pt idx="183">
                  <c:v>0.609999999999999</c:v>
                </c:pt>
                <c:pt idx="184">
                  <c:v>0.613333333333333</c:v>
                </c:pt>
                <c:pt idx="185">
                  <c:v>0.616666666666666</c:v>
                </c:pt>
                <c:pt idx="186">
                  <c:v>0.62</c:v>
                </c:pt>
                <c:pt idx="187">
                  <c:v>0.623333333333333</c:v>
                </c:pt>
                <c:pt idx="188">
                  <c:v>0.626666666666666</c:v>
                </c:pt>
                <c:pt idx="189">
                  <c:v>0.63</c:v>
                </c:pt>
                <c:pt idx="190">
                  <c:v>0.633333333333333</c:v>
                </c:pt>
                <c:pt idx="191">
                  <c:v>0.636666666666666</c:v>
                </c:pt>
                <c:pt idx="192">
                  <c:v>0.64</c:v>
                </c:pt>
                <c:pt idx="193">
                  <c:v>0.643333333333333</c:v>
                </c:pt>
                <c:pt idx="194">
                  <c:v>0.646666666666666</c:v>
                </c:pt>
                <c:pt idx="195">
                  <c:v>0.65</c:v>
                </c:pt>
                <c:pt idx="196">
                  <c:v>0.653333333333333</c:v>
                </c:pt>
                <c:pt idx="197">
                  <c:v>0.656666666666666</c:v>
                </c:pt>
                <c:pt idx="198">
                  <c:v>0.66</c:v>
                </c:pt>
                <c:pt idx="199">
                  <c:v>0.663333333333333</c:v>
                </c:pt>
                <c:pt idx="200">
                  <c:v>0.666666666666666</c:v>
                </c:pt>
                <c:pt idx="201">
                  <c:v>0.67</c:v>
                </c:pt>
                <c:pt idx="202">
                  <c:v>0.673333333333333</c:v>
                </c:pt>
                <c:pt idx="203">
                  <c:v>0.676666666666666</c:v>
                </c:pt>
                <c:pt idx="204">
                  <c:v>0.68</c:v>
                </c:pt>
                <c:pt idx="205">
                  <c:v>0.683333333333333</c:v>
                </c:pt>
                <c:pt idx="206">
                  <c:v>0.686666666666666</c:v>
                </c:pt>
                <c:pt idx="207">
                  <c:v>0.689999999999999</c:v>
                </c:pt>
                <c:pt idx="208">
                  <c:v>0.693333333333333</c:v>
                </c:pt>
                <c:pt idx="209">
                  <c:v>0.696666666666666</c:v>
                </c:pt>
                <c:pt idx="210">
                  <c:v>0.699999999999999</c:v>
                </c:pt>
                <c:pt idx="211">
                  <c:v>0.703333333333333</c:v>
                </c:pt>
                <c:pt idx="212">
                  <c:v>0.706666666666666</c:v>
                </c:pt>
                <c:pt idx="213">
                  <c:v>0.709999999999999</c:v>
                </c:pt>
                <c:pt idx="214">
                  <c:v>0.713333333333333</c:v>
                </c:pt>
                <c:pt idx="215">
                  <c:v>0.716666666666666</c:v>
                </c:pt>
                <c:pt idx="216">
                  <c:v>0.719999999999999</c:v>
                </c:pt>
                <c:pt idx="217">
                  <c:v>0.723333333333333</c:v>
                </c:pt>
                <c:pt idx="218">
                  <c:v>0.726666666666666</c:v>
                </c:pt>
                <c:pt idx="219">
                  <c:v>0.729999999999999</c:v>
                </c:pt>
                <c:pt idx="220">
                  <c:v>0.733333333333333</c:v>
                </c:pt>
                <c:pt idx="221">
                  <c:v>0.736666666666666</c:v>
                </c:pt>
                <c:pt idx="222">
                  <c:v>0.739999999999999</c:v>
                </c:pt>
                <c:pt idx="223">
                  <c:v>0.743333333333333</c:v>
                </c:pt>
                <c:pt idx="224">
                  <c:v>0.746666666666666</c:v>
                </c:pt>
                <c:pt idx="225">
                  <c:v>0.75</c:v>
                </c:pt>
                <c:pt idx="226">
                  <c:v>0.753333333333333</c:v>
                </c:pt>
                <c:pt idx="227">
                  <c:v>0.756666666666666</c:v>
                </c:pt>
                <c:pt idx="228">
                  <c:v>0.76</c:v>
                </c:pt>
                <c:pt idx="229">
                  <c:v>0.763333333333333</c:v>
                </c:pt>
                <c:pt idx="230">
                  <c:v>0.766666666666666</c:v>
                </c:pt>
                <c:pt idx="231">
                  <c:v>0.77</c:v>
                </c:pt>
                <c:pt idx="232">
                  <c:v>0.773333333333333</c:v>
                </c:pt>
                <c:pt idx="233">
                  <c:v>0.776666666666666</c:v>
                </c:pt>
                <c:pt idx="234">
                  <c:v>0.78</c:v>
                </c:pt>
                <c:pt idx="235">
                  <c:v>0.783333333333333</c:v>
                </c:pt>
                <c:pt idx="236">
                  <c:v>0.786666666666666</c:v>
                </c:pt>
                <c:pt idx="237">
                  <c:v>0.79</c:v>
                </c:pt>
                <c:pt idx="238">
                  <c:v>0.793333333333333</c:v>
                </c:pt>
                <c:pt idx="239">
                  <c:v>0.796666666666666</c:v>
                </c:pt>
                <c:pt idx="240">
                  <c:v>0.8</c:v>
                </c:pt>
                <c:pt idx="241">
                  <c:v>0.803333333333333</c:v>
                </c:pt>
                <c:pt idx="242">
                  <c:v>0.806666666666666</c:v>
                </c:pt>
                <c:pt idx="243">
                  <c:v>0.81</c:v>
                </c:pt>
                <c:pt idx="244">
                  <c:v>0.813333333333333</c:v>
                </c:pt>
                <c:pt idx="245">
                  <c:v>0.816666666666666</c:v>
                </c:pt>
                <c:pt idx="246">
                  <c:v>0.819999999999999</c:v>
                </c:pt>
                <c:pt idx="247">
                  <c:v>0.823333333333333</c:v>
                </c:pt>
                <c:pt idx="248">
                  <c:v>0.826666666666666</c:v>
                </c:pt>
                <c:pt idx="249">
                  <c:v>0.829999999999999</c:v>
                </c:pt>
                <c:pt idx="250">
                  <c:v>0.833333333333333</c:v>
                </c:pt>
                <c:pt idx="251">
                  <c:v>0.836666666666666</c:v>
                </c:pt>
                <c:pt idx="252">
                  <c:v>0.839999999999999</c:v>
                </c:pt>
                <c:pt idx="253">
                  <c:v>0.843333333333333</c:v>
                </c:pt>
                <c:pt idx="254">
                  <c:v>0.846666666666666</c:v>
                </c:pt>
                <c:pt idx="255">
                  <c:v>0.849999999999999</c:v>
                </c:pt>
                <c:pt idx="256">
                  <c:v>0.853333333333333</c:v>
                </c:pt>
                <c:pt idx="257">
                  <c:v>0.856666666666666</c:v>
                </c:pt>
                <c:pt idx="258">
                  <c:v>0.859999999999999</c:v>
                </c:pt>
                <c:pt idx="259">
                  <c:v>0.863333333333333</c:v>
                </c:pt>
                <c:pt idx="260">
                  <c:v>0.866666666666666</c:v>
                </c:pt>
                <c:pt idx="261">
                  <c:v>0.87</c:v>
                </c:pt>
                <c:pt idx="262">
                  <c:v>0.873333333333333</c:v>
                </c:pt>
                <c:pt idx="263">
                  <c:v>0.876666666666666</c:v>
                </c:pt>
                <c:pt idx="264">
                  <c:v>0.88</c:v>
                </c:pt>
                <c:pt idx="265">
                  <c:v>0.883333333333333</c:v>
                </c:pt>
                <c:pt idx="266">
                  <c:v>0.886666666666666</c:v>
                </c:pt>
                <c:pt idx="267">
                  <c:v>0.89</c:v>
                </c:pt>
                <c:pt idx="268">
                  <c:v>0.893333333333333</c:v>
                </c:pt>
                <c:pt idx="269">
                  <c:v>0.896666666666666</c:v>
                </c:pt>
                <c:pt idx="270">
                  <c:v>0.9</c:v>
                </c:pt>
                <c:pt idx="271">
                  <c:v>0.903333333333333</c:v>
                </c:pt>
                <c:pt idx="272">
                  <c:v>0.906666666666666</c:v>
                </c:pt>
                <c:pt idx="273">
                  <c:v>0.91</c:v>
                </c:pt>
                <c:pt idx="274">
                  <c:v>0.913333333333333</c:v>
                </c:pt>
                <c:pt idx="275">
                  <c:v>0.916666666666666</c:v>
                </c:pt>
                <c:pt idx="276">
                  <c:v>0.92</c:v>
                </c:pt>
                <c:pt idx="277">
                  <c:v>0.923333333333333</c:v>
                </c:pt>
                <c:pt idx="278">
                  <c:v>0.926666666666666</c:v>
                </c:pt>
                <c:pt idx="279">
                  <c:v>0.93</c:v>
                </c:pt>
                <c:pt idx="280">
                  <c:v>0.933333333333333</c:v>
                </c:pt>
                <c:pt idx="281">
                  <c:v>0.936666666666666</c:v>
                </c:pt>
                <c:pt idx="282">
                  <c:v>0.939999999999999</c:v>
                </c:pt>
                <c:pt idx="283">
                  <c:v>0.943333333333333</c:v>
                </c:pt>
                <c:pt idx="284">
                  <c:v>0.946666666666666</c:v>
                </c:pt>
                <c:pt idx="285">
                  <c:v>0.949999999999999</c:v>
                </c:pt>
                <c:pt idx="286">
                  <c:v>0.953333333333333</c:v>
                </c:pt>
                <c:pt idx="287">
                  <c:v>0.956666666666666</c:v>
                </c:pt>
                <c:pt idx="288">
                  <c:v>0.959999999999999</c:v>
                </c:pt>
                <c:pt idx="289">
                  <c:v>0.963333333333333</c:v>
                </c:pt>
                <c:pt idx="290">
                  <c:v>0.966666666666666</c:v>
                </c:pt>
                <c:pt idx="291">
                  <c:v>0.969999999999999</c:v>
                </c:pt>
                <c:pt idx="292">
                  <c:v>0.973333333333333</c:v>
                </c:pt>
                <c:pt idx="293">
                  <c:v>0.976666666666666</c:v>
                </c:pt>
                <c:pt idx="294">
                  <c:v>0.979999999999999</c:v>
                </c:pt>
                <c:pt idx="295">
                  <c:v>0.983333333333333</c:v>
                </c:pt>
                <c:pt idx="296">
                  <c:v>0.986666666666666</c:v>
                </c:pt>
                <c:pt idx="297">
                  <c:v>0.989999999999999</c:v>
                </c:pt>
                <c:pt idx="298">
                  <c:v>0.993333333333333</c:v>
                </c:pt>
                <c:pt idx="299">
                  <c:v>0.996666666666666</c:v>
                </c:pt>
                <c:pt idx="300">
                  <c:v>1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"8h: 4.42kW"</c:f>
              <c:strCache>
                <c:ptCount val="1"/>
                <c:pt idx="0">
                  <c:v>8h: 4.42kW</c:v>
                </c:pt>
              </c:strCache>
            </c:strRef>
          </c:tx>
          <c:spPr>
            <a:ln w="31750" cap="rnd">
              <a:solidFill>
                <a:srgbClr val="6E6ECF"/>
              </a:solidFill>
              <a:round/>
            </a:ln>
            <a:effectLst/>
            <a:sp3d contourW="31750"/>
          </c:spPr>
          <c:marker>
            <c:symbol val="none"/>
          </c:marker>
          <c:dLbls>
            <c:delete val="1"/>
          </c:dLbls>
          <c:xVal>
            <c:numRef>
              <c:f>[F06a.xlsx]F06a!$C$2:$C$302</c:f>
              <c:numCache>
                <c:formatCode>General</c:formatCode>
                <c:ptCount val="301"/>
                <c:pt idx="0">
                  <c:v>20.1081805926586</c:v>
                </c:pt>
                <c:pt idx="1">
                  <c:v>20.1081805926586</c:v>
                </c:pt>
                <c:pt idx="2">
                  <c:v>20.1821530215924</c:v>
                </c:pt>
                <c:pt idx="3">
                  <c:v>20.2819697128557</c:v>
                </c:pt>
                <c:pt idx="4">
                  <c:v>20.3710322112074</c:v>
                </c:pt>
                <c:pt idx="5">
                  <c:v>20.4216064182259</c:v>
                </c:pt>
                <c:pt idx="6">
                  <c:v>20.5754966280698</c:v>
                </c:pt>
                <c:pt idx="7">
                  <c:v>20.5980855458816</c:v>
                </c:pt>
                <c:pt idx="8">
                  <c:v>20.6539371211922</c:v>
                </c:pt>
                <c:pt idx="9">
                  <c:v>20.7446201317853</c:v>
                </c:pt>
                <c:pt idx="10">
                  <c:v>20.8185081182863</c:v>
                </c:pt>
                <c:pt idx="11">
                  <c:v>20.8739586909124</c:v>
                </c:pt>
                <c:pt idx="12">
                  <c:v>20.922467014618</c:v>
                </c:pt>
                <c:pt idx="13">
                  <c:v>20.9251323230927</c:v>
                </c:pt>
                <c:pt idx="14">
                  <c:v>21.059944142088</c:v>
                </c:pt>
                <c:pt idx="15">
                  <c:v>21.1345272997899</c:v>
                </c:pt>
                <c:pt idx="16">
                  <c:v>21.1789347351914</c:v>
                </c:pt>
                <c:pt idx="17">
                  <c:v>21.1829960566278</c:v>
                </c:pt>
                <c:pt idx="18">
                  <c:v>21.2513954710657</c:v>
                </c:pt>
                <c:pt idx="19">
                  <c:v>21.2614512435285</c:v>
                </c:pt>
                <c:pt idx="20">
                  <c:v>21.3353617082179</c:v>
                </c:pt>
                <c:pt idx="21">
                  <c:v>21.3370092762871</c:v>
                </c:pt>
                <c:pt idx="22">
                  <c:v>21.3862697871253</c:v>
                </c:pt>
                <c:pt idx="23">
                  <c:v>21.3984498470554</c:v>
                </c:pt>
                <c:pt idx="24">
                  <c:v>21.4315519836049</c:v>
                </c:pt>
                <c:pt idx="25">
                  <c:v>21.4618324890506</c:v>
                </c:pt>
                <c:pt idx="26">
                  <c:v>21.4625453518799</c:v>
                </c:pt>
                <c:pt idx="27">
                  <c:v>21.4655796042096</c:v>
                </c:pt>
                <c:pt idx="28">
                  <c:v>21.4709690683797</c:v>
                </c:pt>
                <c:pt idx="29">
                  <c:v>21.4764916617138</c:v>
                </c:pt>
                <c:pt idx="30">
                  <c:v>21.5440567206003</c:v>
                </c:pt>
                <c:pt idx="31">
                  <c:v>21.5740959833454</c:v>
                </c:pt>
                <c:pt idx="32">
                  <c:v>21.5835064395168</c:v>
                </c:pt>
                <c:pt idx="33">
                  <c:v>21.7057759808697</c:v>
                </c:pt>
                <c:pt idx="34">
                  <c:v>21.7452108292513</c:v>
                </c:pt>
                <c:pt idx="35">
                  <c:v>21.7470359619227</c:v>
                </c:pt>
                <c:pt idx="36">
                  <c:v>21.7953841392141</c:v>
                </c:pt>
                <c:pt idx="37">
                  <c:v>21.7972662290735</c:v>
                </c:pt>
                <c:pt idx="38">
                  <c:v>21.8120072182614</c:v>
                </c:pt>
                <c:pt idx="39">
                  <c:v>21.8625388296954</c:v>
                </c:pt>
                <c:pt idx="40">
                  <c:v>21.891392197209</c:v>
                </c:pt>
                <c:pt idx="41">
                  <c:v>21.9119411670668</c:v>
                </c:pt>
                <c:pt idx="42">
                  <c:v>21.9267889162466</c:v>
                </c:pt>
                <c:pt idx="43">
                  <c:v>21.9578045518591</c:v>
                </c:pt>
                <c:pt idx="44">
                  <c:v>21.959855790914</c:v>
                </c:pt>
                <c:pt idx="45">
                  <c:v>22.0215258228798</c:v>
                </c:pt>
                <c:pt idx="46">
                  <c:v>22.0224630980324</c:v>
                </c:pt>
                <c:pt idx="47">
                  <c:v>22.041106424714</c:v>
                </c:pt>
                <c:pt idx="48">
                  <c:v>22.0420731792801</c:v>
                </c:pt>
                <c:pt idx="49">
                  <c:v>22.0610864791419</c:v>
                </c:pt>
                <c:pt idx="50">
                  <c:v>22.0757794675869</c:v>
                </c:pt>
                <c:pt idx="51">
                  <c:v>22.1076504682284</c:v>
                </c:pt>
                <c:pt idx="52">
                  <c:v>22.1112282822947</c:v>
                </c:pt>
                <c:pt idx="53">
                  <c:v>22.1305564665384</c:v>
                </c:pt>
                <c:pt idx="54">
                  <c:v>22.1410821240582</c:v>
                </c:pt>
                <c:pt idx="55">
                  <c:v>22.1565581497721</c:v>
                </c:pt>
                <c:pt idx="56">
                  <c:v>22.1783861526023</c:v>
                </c:pt>
                <c:pt idx="57">
                  <c:v>22.1899682761188</c:v>
                </c:pt>
                <c:pt idx="58">
                  <c:v>22.200751287879</c:v>
                </c:pt>
                <c:pt idx="59">
                  <c:v>22.2017708707609</c:v>
                </c:pt>
                <c:pt idx="60">
                  <c:v>22.2762110155288</c:v>
                </c:pt>
                <c:pt idx="61">
                  <c:v>22.3663098724006</c:v>
                </c:pt>
                <c:pt idx="62">
                  <c:v>22.4229827054945</c:v>
                </c:pt>
                <c:pt idx="63">
                  <c:v>22.4280213426723</c:v>
                </c:pt>
                <c:pt idx="64">
                  <c:v>22.4867608226397</c:v>
                </c:pt>
                <c:pt idx="65">
                  <c:v>22.4868056854488</c:v>
                </c:pt>
                <c:pt idx="66">
                  <c:v>22.5509860323139</c:v>
                </c:pt>
                <c:pt idx="67">
                  <c:v>22.5636188322723</c:v>
                </c:pt>
                <c:pt idx="68">
                  <c:v>22.6218139027464</c:v>
                </c:pt>
                <c:pt idx="69">
                  <c:v>22.6293240755673</c:v>
                </c:pt>
                <c:pt idx="70">
                  <c:v>22.633103155415</c:v>
                </c:pt>
                <c:pt idx="71">
                  <c:v>22.6572163713482</c:v>
                </c:pt>
                <c:pt idx="72">
                  <c:v>22.6723261385543</c:v>
                </c:pt>
                <c:pt idx="73">
                  <c:v>22.6843770957075</c:v>
                </c:pt>
                <c:pt idx="74">
                  <c:v>22.7057911179331</c:v>
                </c:pt>
                <c:pt idx="75">
                  <c:v>22.7546485072611</c:v>
                </c:pt>
                <c:pt idx="76">
                  <c:v>22.7565166643372</c:v>
                </c:pt>
                <c:pt idx="77">
                  <c:v>22.7593602926681</c:v>
                </c:pt>
                <c:pt idx="78">
                  <c:v>22.7617618375769</c:v>
                </c:pt>
                <c:pt idx="79">
                  <c:v>22.8129771392782</c:v>
                </c:pt>
                <c:pt idx="80">
                  <c:v>22.8136108708663</c:v>
                </c:pt>
                <c:pt idx="81">
                  <c:v>22.8195973320598</c:v>
                </c:pt>
                <c:pt idx="82">
                  <c:v>22.820012985691</c:v>
                </c:pt>
                <c:pt idx="83">
                  <c:v>22.8236492784857</c:v>
                </c:pt>
                <c:pt idx="84">
                  <c:v>22.8273381841838</c:v>
                </c:pt>
                <c:pt idx="85">
                  <c:v>22.8357977253977</c:v>
                </c:pt>
                <c:pt idx="86">
                  <c:v>22.9471404355568</c:v>
                </c:pt>
                <c:pt idx="87">
                  <c:v>22.9516715044545</c:v>
                </c:pt>
                <c:pt idx="88">
                  <c:v>22.9524136808335</c:v>
                </c:pt>
                <c:pt idx="89">
                  <c:v>22.9607231998787</c:v>
                </c:pt>
                <c:pt idx="90">
                  <c:v>22.9875575453551</c:v>
                </c:pt>
                <c:pt idx="91">
                  <c:v>22.9948215975639</c:v>
                </c:pt>
                <c:pt idx="92">
                  <c:v>23.0200219442046</c:v>
                </c:pt>
                <c:pt idx="93">
                  <c:v>23.0280937278133</c:v>
                </c:pt>
                <c:pt idx="94">
                  <c:v>23.0896388532636</c:v>
                </c:pt>
                <c:pt idx="95">
                  <c:v>23.1075514088702</c:v>
                </c:pt>
                <c:pt idx="96">
                  <c:v>23.1148858770419</c:v>
                </c:pt>
                <c:pt idx="97">
                  <c:v>23.1389123273193</c:v>
                </c:pt>
                <c:pt idx="98">
                  <c:v>23.168417662129</c:v>
                </c:pt>
                <c:pt idx="99">
                  <c:v>23.2203625420131</c:v>
                </c:pt>
                <c:pt idx="100">
                  <c:v>23.2831376206132</c:v>
                </c:pt>
                <c:pt idx="101">
                  <c:v>23.3178750313397</c:v>
                </c:pt>
                <c:pt idx="102">
                  <c:v>23.3180296358027</c:v>
                </c:pt>
                <c:pt idx="103">
                  <c:v>23.339945692989</c:v>
                </c:pt>
                <c:pt idx="104">
                  <c:v>23.3446544846532</c:v>
                </c:pt>
                <c:pt idx="105">
                  <c:v>23.3776714814973</c:v>
                </c:pt>
                <c:pt idx="106">
                  <c:v>23.4009614365212</c:v>
                </c:pt>
                <c:pt idx="107">
                  <c:v>23.4321258212815</c:v>
                </c:pt>
                <c:pt idx="108">
                  <c:v>23.4322335489265</c:v>
                </c:pt>
                <c:pt idx="109">
                  <c:v>23.4476384223059</c:v>
                </c:pt>
                <c:pt idx="110">
                  <c:v>23.4536505888732</c:v>
                </c:pt>
                <c:pt idx="111">
                  <c:v>23.4766731546286</c:v>
                </c:pt>
                <c:pt idx="112">
                  <c:v>23.4856551800617</c:v>
                </c:pt>
                <c:pt idx="113">
                  <c:v>23.5316859987092</c:v>
                </c:pt>
                <c:pt idx="114">
                  <c:v>23.5395415789113</c:v>
                </c:pt>
                <c:pt idx="115">
                  <c:v>23.5830943775812</c:v>
                </c:pt>
                <c:pt idx="116">
                  <c:v>23.5840126446852</c:v>
                </c:pt>
                <c:pt idx="117">
                  <c:v>23.5873373196267</c:v>
                </c:pt>
                <c:pt idx="118">
                  <c:v>23.5891442824283</c:v>
                </c:pt>
                <c:pt idx="119">
                  <c:v>23.5918785200969</c:v>
                </c:pt>
                <c:pt idx="120">
                  <c:v>23.5990230518646</c:v>
                </c:pt>
                <c:pt idx="121">
                  <c:v>23.600985213121</c:v>
                </c:pt>
                <c:pt idx="122">
                  <c:v>23.6169339810832</c:v>
                </c:pt>
                <c:pt idx="123">
                  <c:v>23.6291831938059</c:v>
                </c:pt>
                <c:pt idx="124">
                  <c:v>23.6433698501213</c:v>
                </c:pt>
                <c:pt idx="125">
                  <c:v>23.6502087253428</c:v>
                </c:pt>
                <c:pt idx="126">
                  <c:v>23.6524025492419</c:v>
                </c:pt>
                <c:pt idx="127">
                  <c:v>23.6609428718585</c:v>
                </c:pt>
                <c:pt idx="128">
                  <c:v>23.661617319574</c:v>
                </c:pt>
                <c:pt idx="129">
                  <c:v>23.6965042872575</c:v>
                </c:pt>
                <c:pt idx="130">
                  <c:v>23.6981839152066</c:v>
                </c:pt>
                <c:pt idx="131">
                  <c:v>23.7076143321001</c:v>
                </c:pt>
                <c:pt idx="132">
                  <c:v>23.716727946443</c:v>
                </c:pt>
                <c:pt idx="133">
                  <c:v>23.7730397334087</c:v>
                </c:pt>
                <c:pt idx="134">
                  <c:v>23.7845334208944</c:v>
                </c:pt>
                <c:pt idx="135">
                  <c:v>23.7979203159831</c:v>
                </c:pt>
                <c:pt idx="136">
                  <c:v>23.8061658035558</c:v>
                </c:pt>
                <c:pt idx="137">
                  <c:v>23.8631595423728</c:v>
                </c:pt>
                <c:pt idx="138">
                  <c:v>23.8979074228697</c:v>
                </c:pt>
                <c:pt idx="139">
                  <c:v>23.9072691898234</c:v>
                </c:pt>
                <c:pt idx="140">
                  <c:v>23.9244609292873</c:v>
                </c:pt>
                <c:pt idx="141">
                  <c:v>23.9268315343251</c:v>
                </c:pt>
                <c:pt idx="142">
                  <c:v>23.9395472786134</c:v>
                </c:pt>
                <c:pt idx="143">
                  <c:v>23.9665351655924</c:v>
                </c:pt>
                <c:pt idx="144">
                  <c:v>23.9932411362413</c:v>
                </c:pt>
                <c:pt idx="145">
                  <c:v>24.0034361523834</c:v>
                </c:pt>
                <c:pt idx="146">
                  <c:v>24.057833762762</c:v>
                </c:pt>
                <c:pt idx="147">
                  <c:v>24.0733292181227</c:v>
                </c:pt>
                <c:pt idx="148">
                  <c:v>24.0749281931205</c:v>
                </c:pt>
                <c:pt idx="149">
                  <c:v>24.1061092223662</c:v>
                </c:pt>
                <c:pt idx="150">
                  <c:v>24.1138765794249</c:v>
                </c:pt>
                <c:pt idx="151">
                  <c:v>24.1286494368973</c:v>
                </c:pt>
                <c:pt idx="152">
                  <c:v>24.1297789077235</c:v>
                </c:pt>
                <c:pt idx="153">
                  <c:v>24.1596224685473</c:v>
                </c:pt>
                <c:pt idx="154">
                  <c:v>24.1639474574459</c:v>
                </c:pt>
                <c:pt idx="155">
                  <c:v>24.3127716318864</c:v>
                </c:pt>
                <c:pt idx="156">
                  <c:v>24.3236284601158</c:v>
                </c:pt>
                <c:pt idx="157">
                  <c:v>24.3304555578119</c:v>
                </c:pt>
                <c:pt idx="158">
                  <c:v>24.3327612871616</c:v>
                </c:pt>
                <c:pt idx="159">
                  <c:v>24.3457862364296</c:v>
                </c:pt>
                <c:pt idx="160">
                  <c:v>24.3552982344833</c:v>
                </c:pt>
                <c:pt idx="161">
                  <c:v>24.3727960014529</c:v>
                </c:pt>
                <c:pt idx="162">
                  <c:v>24.4229758262149</c:v>
                </c:pt>
                <c:pt idx="163">
                  <c:v>24.4697627885682</c:v>
                </c:pt>
                <c:pt idx="164">
                  <c:v>24.481789610454</c:v>
                </c:pt>
                <c:pt idx="165">
                  <c:v>24.512784500349</c:v>
                </c:pt>
                <c:pt idx="166">
                  <c:v>24.536673795113</c:v>
                </c:pt>
                <c:pt idx="167">
                  <c:v>24.5385833349799</c:v>
                </c:pt>
                <c:pt idx="168">
                  <c:v>24.5420143712944</c:v>
                </c:pt>
                <c:pt idx="169">
                  <c:v>24.600535177173</c:v>
                </c:pt>
                <c:pt idx="170">
                  <c:v>24.6621930948584</c:v>
                </c:pt>
                <c:pt idx="171">
                  <c:v>24.6699765676796</c:v>
                </c:pt>
                <c:pt idx="172">
                  <c:v>24.6840471345788</c:v>
                </c:pt>
                <c:pt idx="173">
                  <c:v>24.6912643612073</c:v>
                </c:pt>
                <c:pt idx="174">
                  <c:v>24.735009537478</c:v>
                </c:pt>
                <c:pt idx="175">
                  <c:v>24.744044964669</c:v>
                </c:pt>
                <c:pt idx="176">
                  <c:v>24.7616162987489</c:v>
                </c:pt>
                <c:pt idx="177">
                  <c:v>24.7640247661062</c:v>
                </c:pt>
                <c:pt idx="178">
                  <c:v>24.7966506545786</c:v>
                </c:pt>
                <c:pt idx="179">
                  <c:v>24.7969389398176</c:v>
                </c:pt>
                <c:pt idx="180">
                  <c:v>24.8027812934177</c:v>
                </c:pt>
                <c:pt idx="181">
                  <c:v>24.8099527579024</c:v>
                </c:pt>
                <c:pt idx="182">
                  <c:v>24.8107348905733</c:v>
                </c:pt>
                <c:pt idx="183">
                  <c:v>24.8468662250694</c:v>
                </c:pt>
                <c:pt idx="184">
                  <c:v>24.8575746470742</c:v>
                </c:pt>
                <c:pt idx="185">
                  <c:v>24.9009993046662</c:v>
                </c:pt>
                <c:pt idx="186">
                  <c:v>24.9706293989999</c:v>
                </c:pt>
                <c:pt idx="187">
                  <c:v>25.0002909311512</c:v>
                </c:pt>
                <c:pt idx="188">
                  <c:v>25.0055808728051</c:v>
                </c:pt>
                <c:pt idx="189">
                  <c:v>25.0065735571128</c:v>
                </c:pt>
                <c:pt idx="190">
                  <c:v>25.0215912096866</c:v>
                </c:pt>
                <c:pt idx="191">
                  <c:v>25.072029742679</c:v>
                </c:pt>
                <c:pt idx="192">
                  <c:v>25.0723709107852</c:v>
                </c:pt>
                <c:pt idx="193">
                  <c:v>25.0804458121306</c:v>
                </c:pt>
                <c:pt idx="194">
                  <c:v>25.0939037592888</c:v>
                </c:pt>
                <c:pt idx="195">
                  <c:v>25.0978902101622</c:v>
                </c:pt>
                <c:pt idx="196">
                  <c:v>25.1021022278494</c:v>
                </c:pt>
                <c:pt idx="197">
                  <c:v>25.1084932999637</c:v>
                </c:pt>
                <c:pt idx="198">
                  <c:v>25.1121756494045</c:v>
                </c:pt>
                <c:pt idx="199">
                  <c:v>25.1426299820671</c:v>
                </c:pt>
                <c:pt idx="200">
                  <c:v>25.1765248899431</c:v>
                </c:pt>
                <c:pt idx="201">
                  <c:v>25.2081371553275</c:v>
                </c:pt>
                <c:pt idx="202">
                  <c:v>25.2386838563378</c:v>
                </c:pt>
                <c:pt idx="203">
                  <c:v>25.242739115496</c:v>
                </c:pt>
                <c:pt idx="204">
                  <c:v>25.326581407998</c:v>
                </c:pt>
                <c:pt idx="205">
                  <c:v>25.3416003965492</c:v>
                </c:pt>
                <c:pt idx="206">
                  <c:v>25.3426336785549</c:v>
                </c:pt>
                <c:pt idx="207">
                  <c:v>25.3634921304148</c:v>
                </c:pt>
                <c:pt idx="208">
                  <c:v>25.3704258173305</c:v>
                </c:pt>
                <c:pt idx="209">
                  <c:v>25.3983533898569</c:v>
                </c:pt>
                <c:pt idx="210">
                  <c:v>25.420113852914</c:v>
                </c:pt>
                <c:pt idx="211">
                  <c:v>25.4601563540218</c:v>
                </c:pt>
                <c:pt idx="212">
                  <c:v>25.506969146045</c:v>
                </c:pt>
                <c:pt idx="213">
                  <c:v>25.5187255851704</c:v>
                </c:pt>
                <c:pt idx="214">
                  <c:v>25.5383127261745</c:v>
                </c:pt>
                <c:pt idx="215">
                  <c:v>25.615815091894</c:v>
                </c:pt>
                <c:pt idx="216">
                  <c:v>25.617617580295</c:v>
                </c:pt>
                <c:pt idx="217">
                  <c:v>25.6262514468073</c:v>
                </c:pt>
                <c:pt idx="218">
                  <c:v>25.6383454663417</c:v>
                </c:pt>
                <c:pt idx="219">
                  <c:v>25.6523240186326</c:v>
                </c:pt>
                <c:pt idx="220">
                  <c:v>25.7025597535466</c:v>
                </c:pt>
                <c:pt idx="221">
                  <c:v>25.7241797476679</c:v>
                </c:pt>
                <c:pt idx="222">
                  <c:v>25.7895931177473</c:v>
                </c:pt>
                <c:pt idx="223">
                  <c:v>25.7983917813418</c:v>
                </c:pt>
                <c:pt idx="224">
                  <c:v>25.8373059760774</c:v>
                </c:pt>
                <c:pt idx="225">
                  <c:v>25.8382210808766</c:v>
                </c:pt>
                <c:pt idx="226">
                  <c:v>25.919299367828</c:v>
                </c:pt>
                <c:pt idx="227">
                  <c:v>25.9826885769057</c:v>
                </c:pt>
                <c:pt idx="228">
                  <c:v>25.994763081006</c:v>
                </c:pt>
                <c:pt idx="229">
                  <c:v>26.0297727672503</c:v>
                </c:pt>
                <c:pt idx="230">
                  <c:v>26.0623972854757</c:v>
                </c:pt>
                <c:pt idx="231">
                  <c:v>26.1367478899308</c:v>
                </c:pt>
                <c:pt idx="232">
                  <c:v>26.1600876249339</c:v>
                </c:pt>
                <c:pt idx="233">
                  <c:v>26.1742122652691</c:v>
                </c:pt>
                <c:pt idx="234">
                  <c:v>26.2131694878493</c:v>
                </c:pt>
                <c:pt idx="235">
                  <c:v>26.2524160516427</c:v>
                </c:pt>
                <c:pt idx="236">
                  <c:v>26.3305663695998</c:v>
                </c:pt>
                <c:pt idx="237">
                  <c:v>26.3343217338822</c:v>
                </c:pt>
                <c:pt idx="238">
                  <c:v>26.409832692203</c:v>
                </c:pt>
                <c:pt idx="239">
                  <c:v>26.4173850084442</c:v>
                </c:pt>
                <c:pt idx="240">
                  <c:v>26.4299999738742</c:v>
                </c:pt>
                <c:pt idx="241">
                  <c:v>26.4306233744063</c:v>
                </c:pt>
                <c:pt idx="242">
                  <c:v>26.4474903327538</c:v>
                </c:pt>
                <c:pt idx="243">
                  <c:v>26.4710319190323</c:v>
                </c:pt>
                <c:pt idx="244">
                  <c:v>26.5239224235835</c:v>
                </c:pt>
                <c:pt idx="245">
                  <c:v>26.5282776416134</c:v>
                </c:pt>
                <c:pt idx="246">
                  <c:v>26.5465891873155</c:v>
                </c:pt>
                <c:pt idx="247">
                  <c:v>26.7483136116462</c:v>
                </c:pt>
                <c:pt idx="248">
                  <c:v>27.0144678376038</c:v>
                </c:pt>
                <c:pt idx="249">
                  <c:v>27.0330132314757</c:v>
                </c:pt>
                <c:pt idx="250">
                  <c:v>27.0643366149023</c:v>
                </c:pt>
                <c:pt idx="251">
                  <c:v>27.0664228358759</c:v>
                </c:pt>
                <c:pt idx="252">
                  <c:v>27.1056408803963</c:v>
                </c:pt>
                <c:pt idx="253">
                  <c:v>27.1111023974646</c:v>
                </c:pt>
                <c:pt idx="254">
                  <c:v>27.4295310032527</c:v>
                </c:pt>
                <c:pt idx="255">
                  <c:v>27.5019083568866</c:v>
                </c:pt>
                <c:pt idx="256">
                  <c:v>27.5351405415947</c:v>
                </c:pt>
                <c:pt idx="257">
                  <c:v>27.5754481478763</c:v>
                </c:pt>
                <c:pt idx="258">
                  <c:v>27.6027662377151</c:v>
                </c:pt>
                <c:pt idx="259">
                  <c:v>27.7509668917518</c:v>
                </c:pt>
                <c:pt idx="260">
                  <c:v>27.8097335350523</c:v>
                </c:pt>
                <c:pt idx="261">
                  <c:v>27.8572963965569</c:v>
                </c:pt>
                <c:pt idx="262">
                  <c:v>27.8612264040898</c:v>
                </c:pt>
                <c:pt idx="263">
                  <c:v>27.8844265713211</c:v>
                </c:pt>
                <c:pt idx="264">
                  <c:v>27.9015406338529</c:v>
                </c:pt>
                <c:pt idx="265">
                  <c:v>27.9532787990714</c:v>
                </c:pt>
                <c:pt idx="266">
                  <c:v>27.968294478491</c:v>
                </c:pt>
                <c:pt idx="267">
                  <c:v>28.0403215960671</c:v>
                </c:pt>
                <c:pt idx="268">
                  <c:v>28.1160023055481</c:v>
                </c:pt>
                <c:pt idx="269">
                  <c:v>28.1476510311568</c:v>
                </c:pt>
                <c:pt idx="270">
                  <c:v>28.3246429509049</c:v>
                </c:pt>
                <c:pt idx="271">
                  <c:v>28.3634731199871</c:v>
                </c:pt>
                <c:pt idx="272">
                  <c:v>28.3679236241265</c:v>
                </c:pt>
                <c:pt idx="273">
                  <c:v>28.5628241364149</c:v>
                </c:pt>
                <c:pt idx="274">
                  <c:v>28.6327982009323</c:v>
                </c:pt>
                <c:pt idx="275">
                  <c:v>28.69508549751</c:v>
                </c:pt>
                <c:pt idx="276">
                  <c:v>28.7096314893292</c:v>
                </c:pt>
                <c:pt idx="277">
                  <c:v>28.7254430396657</c:v>
                </c:pt>
                <c:pt idx="278">
                  <c:v>28.7685151476548</c:v>
                </c:pt>
                <c:pt idx="279">
                  <c:v>28.8022224740937</c:v>
                </c:pt>
                <c:pt idx="280">
                  <c:v>28.8188826266817</c:v>
                </c:pt>
                <c:pt idx="281">
                  <c:v>28.8269847695748</c:v>
                </c:pt>
                <c:pt idx="282">
                  <c:v>28.9332890032292</c:v>
                </c:pt>
                <c:pt idx="283">
                  <c:v>28.9737715233941</c:v>
                </c:pt>
                <c:pt idx="284">
                  <c:v>29.1519500903856</c:v>
                </c:pt>
                <c:pt idx="285">
                  <c:v>29.1700067122797</c:v>
                </c:pt>
                <c:pt idx="286">
                  <c:v>29.1886920889925</c:v>
                </c:pt>
                <c:pt idx="287">
                  <c:v>29.2536597332155</c:v>
                </c:pt>
                <c:pt idx="288">
                  <c:v>29.3154855503895</c:v>
                </c:pt>
                <c:pt idx="289">
                  <c:v>29.3984271209698</c:v>
                </c:pt>
                <c:pt idx="290">
                  <c:v>29.5248235091597</c:v>
                </c:pt>
                <c:pt idx="291">
                  <c:v>29.630404499802</c:v>
                </c:pt>
                <c:pt idx="292">
                  <c:v>29.7304362783442</c:v>
                </c:pt>
                <c:pt idx="293">
                  <c:v>29.8027493641505</c:v>
                </c:pt>
                <c:pt idx="294">
                  <c:v>29.9367548616587</c:v>
                </c:pt>
                <c:pt idx="295">
                  <c:v>29.9778153235883</c:v>
                </c:pt>
                <c:pt idx="296">
                  <c:v>30.0093508937349</c:v>
                </c:pt>
                <c:pt idx="297">
                  <c:v>30.1969034700816</c:v>
                </c:pt>
                <c:pt idx="298">
                  <c:v>30.2559532007966</c:v>
                </c:pt>
                <c:pt idx="299">
                  <c:v>30.3275571657679</c:v>
                </c:pt>
                <c:pt idx="300">
                  <c:v>30.4307109733135</c:v>
                </c:pt>
              </c:numCache>
            </c:numRef>
          </c:xVal>
          <c:yVal>
            <c:numRef>
              <c:f>[F06a.xlsx]F06a!$A$2:$A$302</c:f>
              <c:numCache>
                <c:formatCode>General</c:formatCode>
                <c:ptCount val="301"/>
                <c:pt idx="0">
                  <c:v>0</c:v>
                </c:pt>
                <c:pt idx="1">
                  <c:v>0.00333333333333333</c:v>
                </c:pt>
                <c:pt idx="2">
                  <c:v>0.00666666666666666</c:v>
                </c:pt>
                <c:pt idx="3">
                  <c:v>0.01</c:v>
                </c:pt>
                <c:pt idx="4">
                  <c:v>0.0133333333333333</c:v>
                </c:pt>
                <c:pt idx="5">
                  <c:v>0.0166666666666666</c:v>
                </c:pt>
                <c:pt idx="6">
                  <c:v>0.02</c:v>
                </c:pt>
                <c:pt idx="7">
                  <c:v>0.0233333333333333</c:v>
                </c:pt>
                <c:pt idx="8">
                  <c:v>0.0266666666666666</c:v>
                </c:pt>
                <c:pt idx="9">
                  <c:v>0.0299999999999999</c:v>
                </c:pt>
                <c:pt idx="10">
                  <c:v>0.0333333333333333</c:v>
                </c:pt>
                <c:pt idx="11">
                  <c:v>0.0366666666666666</c:v>
                </c:pt>
                <c:pt idx="12">
                  <c:v>0.04</c:v>
                </c:pt>
                <c:pt idx="13">
                  <c:v>0.0433333333333333</c:v>
                </c:pt>
                <c:pt idx="14">
                  <c:v>0.0466666666666666</c:v>
                </c:pt>
                <c:pt idx="15">
                  <c:v>0.05</c:v>
                </c:pt>
                <c:pt idx="16">
                  <c:v>0.0533333333333333</c:v>
                </c:pt>
                <c:pt idx="17">
                  <c:v>0.0566666666666666</c:v>
                </c:pt>
                <c:pt idx="18">
                  <c:v>0.0599999999999999</c:v>
                </c:pt>
                <c:pt idx="19">
                  <c:v>0.0633333333333333</c:v>
                </c:pt>
                <c:pt idx="20">
                  <c:v>0.0666666666666666</c:v>
                </c:pt>
                <c:pt idx="21">
                  <c:v>0.07</c:v>
                </c:pt>
                <c:pt idx="22">
                  <c:v>0.0733333333333333</c:v>
                </c:pt>
                <c:pt idx="23">
                  <c:v>0.0766666666666666</c:v>
                </c:pt>
                <c:pt idx="24">
                  <c:v>0.08</c:v>
                </c:pt>
                <c:pt idx="25">
                  <c:v>0.0833333333333333</c:v>
                </c:pt>
                <c:pt idx="26">
                  <c:v>0.0866666666666666</c:v>
                </c:pt>
                <c:pt idx="27">
                  <c:v>0.0899999999999999</c:v>
                </c:pt>
                <c:pt idx="28">
                  <c:v>0.0933333333333333</c:v>
                </c:pt>
                <c:pt idx="29">
                  <c:v>0.0966666666666666</c:v>
                </c:pt>
                <c:pt idx="30">
                  <c:v>0.1</c:v>
                </c:pt>
                <c:pt idx="31">
                  <c:v>0.103333333333333</c:v>
                </c:pt>
                <c:pt idx="32">
                  <c:v>0.106666666666666</c:v>
                </c:pt>
                <c:pt idx="33">
                  <c:v>0.11</c:v>
                </c:pt>
                <c:pt idx="34">
                  <c:v>0.113333333333333</c:v>
                </c:pt>
                <c:pt idx="35">
                  <c:v>0.116666666666666</c:v>
                </c:pt>
                <c:pt idx="36">
                  <c:v>0.12</c:v>
                </c:pt>
                <c:pt idx="37">
                  <c:v>0.123333333333333</c:v>
                </c:pt>
                <c:pt idx="38">
                  <c:v>0.126666666666666</c:v>
                </c:pt>
                <c:pt idx="39">
                  <c:v>0.13</c:v>
                </c:pt>
                <c:pt idx="40">
                  <c:v>0.133333333333333</c:v>
                </c:pt>
                <c:pt idx="41">
                  <c:v>0.136666666666666</c:v>
                </c:pt>
                <c:pt idx="42">
                  <c:v>0.14</c:v>
                </c:pt>
                <c:pt idx="43">
                  <c:v>0.143333333333333</c:v>
                </c:pt>
                <c:pt idx="44">
                  <c:v>0.146666666666666</c:v>
                </c:pt>
                <c:pt idx="45">
                  <c:v>0.149999999999999</c:v>
                </c:pt>
                <c:pt idx="46">
                  <c:v>0.153333333333333</c:v>
                </c:pt>
                <c:pt idx="47">
                  <c:v>0.156666666666666</c:v>
                </c:pt>
                <c:pt idx="48">
                  <c:v>0.16</c:v>
                </c:pt>
                <c:pt idx="49">
                  <c:v>0.163333333333333</c:v>
                </c:pt>
                <c:pt idx="50">
                  <c:v>0.166666666666666</c:v>
                </c:pt>
                <c:pt idx="51">
                  <c:v>0.17</c:v>
                </c:pt>
                <c:pt idx="52">
                  <c:v>0.173333333333333</c:v>
                </c:pt>
                <c:pt idx="53">
                  <c:v>0.176666666666666</c:v>
                </c:pt>
                <c:pt idx="54">
                  <c:v>0.179999999999999</c:v>
                </c:pt>
                <c:pt idx="55">
                  <c:v>0.183333333333333</c:v>
                </c:pt>
                <c:pt idx="56">
                  <c:v>0.186666666666666</c:v>
                </c:pt>
                <c:pt idx="57">
                  <c:v>0.19</c:v>
                </c:pt>
                <c:pt idx="58">
                  <c:v>0.193333333333333</c:v>
                </c:pt>
                <c:pt idx="59">
                  <c:v>0.196666666666666</c:v>
                </c:pt>
                <c:pt idx="60">
                  <c:v>0.2</c:v>
                </c:pt>
                <c:pt idx="61">
                  <c:v>0.203333333333333</c:v>
                </c:pt>
                <c:pt idx="62">
                  <c:v>0.206666666666666</c:v>
                </c:pt>
                <c:pt idx="63">
                  <c:v>0.209999999999999</c:v>
                </c:pt>
                <c:pt idx="64">
                  <c:v>0.213333333333333</c:v>
                </c:pt>
                <c:pt idx="65">
                  <c:v>0.216666666666666</c:v>
                </c:pt>
                <c:pt idx="66">
                  <c:v>0.22</c:v>
                </c:pt>
                <c:pt idx="67">
                  <c:v>0.223333333333333</c:v>
                </c:pt>
                <c:pt idx="68">
                  <c:v>0.226666666666666</c:v>
                </c:pt>
                <c:pt idx="69">
                  <c:v>0.23</c:v>
                </c:pt>
                <c:pt idx="70">
                  <c:v>0.233333333333333</c:v>
                </c:pt>
                <c:pt idx="71">
                  <c:v>0.236666666666666</c:v>
                </c:pt>
                <c:pt idx="72">
                  <c:v>0.239999999999999</c:v>
                </c:pt>
                <c:pt idx="73">
                  <c:v>0.243333333333333</c:v>
                </c:pt>
                <c:pt idx="74">
                  <c:v>0.246666666666666</c:v>
                </c:pt>
                <c:pt idx="75">
                  <c:v>0.25</c:v>
                </c:pt>
                <c:pt idx="76">
                  <c:v>0.253333333333333</c:v>
                </c:pt>
                <c:pt idx="77">
                  <c:v>0.256666666666666</c:v>
                </c:pt>
                <c:pt idx="78">
                  <c:v>0.26</c:v>
                </c:pt>
                <c:pt idx="79">
                  <c:v>0.263333333333333</c:v>
                </c:pt>
                <c:pt idx="80">
                  <c:v>0.266666666666666</c:v>
                </c:pt>
                <c:pt idx="81">
                  <c:v>0.27</c:v>
                </c:pt>
                <c:pt idx="82">
                  <c:v>0.273333333333333</c:v>
                </c:pt>
                <c:pt idx="83">
                  <c:v>0.276666666666666</c:v>
                </c:pt>
                <c:pt idx="84">
                  <c:v>0.28</c:v>
                </c:pt>
                <c:pt idx="85">
                  <c:v>0.283333333333333</c:v>
                </c:pt>
                <c:pt idx="86">
                  <c:v>0.286666666666666</c:v>
                </c:pt>
                <c:pt idx="87">
                  <c:v>0.289999999999999</c:v>
                </c:pt>
                <c:pt idx="88">
                  <c:v>0.293333333333333</c:v>
                </c:pt>
                <c:pt idx="89">
                  <c:v>0.296666666666666</c:v>
                </c:pt>
                <c:pt idx="90">
                  <c:v>0.299999999999999</c:v>
                </c:pt>
                <c:pt idx="91">
                  <c:v>0.303333333333333</c:v>
                </c:pt>
                <c:pt idx="92">
                  <c:v>0.306666666666666</c:v>
                </c:pt>
                <c:pt idx="93">
                  <c:v>0.31</c:v>
                </c:pt>
                <c:pt idx="94">
                  <c:v>0.313333333333333</c:v>
                </c:pt>
                <c:pt idx="95">
                  <c:v>0.316666666666666</c:v>
                </c:pt>
                <c:pt idx="96">
                  <c:v>0.32</c:v>
                </c:pt>
                <c:pt idx="97">
                  <c:v>0.323333333333333</c:v>
                </c:pt>
                <c:pt idx="98">
                  <c:v>0.326666666666666</c:v>
                </c:pt>
                <c:pt idx="99">
                  <c:v>0.33</c:v>
                </c:pt>
                <c:pt idx="100">
                  <c:v>0.333333333333333</c:v>
                </c:pt>
                <c:pt idx="101">
                  <c:v>0.336666666666666</c:v>
                </c:pt>
                <c:pt idx="102">
                  <c:v>0.34</c:v>
                </c:pt>
                <c:pt idx="103">
                  <c:v>0.343333333333333</c:v>
                </c:pt>
                <c:pt idx="104">
                  <c:v>0.346666666666666</c:v>
                </c:pt>
                <c:pt idx="105">
                  <c:v>0.349999999999999</c:v>
                </c:pt>
                <c:pt idx="106">
                  <c:v>0.353333333333333</c:v>
                </c:pt>
                <c:pt idx="107">
                  <c:v>0.356666666666666</c:v>
                </c:pt>
                <c:pt idx="108">
                  <c:v>0.359999999999999</c:v>
                </c:pt>
                <c:pt idx="109">
                  <c:v>0.363333333333333</c:v>
                </c:pt>
                <c:pt idx="110">
                  <c:v>0.366666666666666</c:v>
                </c:pt>
                <c:pt idx="111">
                  <c:v>0.37</c:v>
                </c:pt>
                <c:pt idx="112">
                  <c:v>0.373333333333333</c:v>
                </c:pt>
                <c:pt idx="113">
                  <c:v>0.376666666666666</c:v>
                </c:pt>
                <c:pt idx="114">
                  <c:v>0.38</c:v>
                </c:pt>
                <c:pt idx="115">
                  <c:v>0.383333333333333</c:v>
                </c:pt>
                <c:pt idx="116">
                  <c:v>0.386666666666666</c:v>
                </c:pt>
                <c:pt idx="117">
                  <c:v>0.39</c:v>
                </c:pt>
                <c:pt idx="118">
                  <c:v>0.393333333333333</c:v>
                </c:pt>
                <c:pt idx="119">
                  <c:v>0.396666666666666</c:v>
                </c:pt>
                <c:pt idx="120">
                  <c:v>0.4</c:v>
                </c:pt>
                <c:pt idx="121">
                  <c:v>0.403333333333333</c:v>
                </c:pt>
                <c:pt idx="122">
                  <c:v>0.406666666666666</c:v>
                </c:pt>
                <c:pt idx="123">
                  <c:v>0.409999999999999</c:v>
                </c:pt>
                <c:pt idx="124">
                  <c:v>0.413333333333333</c:v>
                </c:pt>
                <c:pt idx="125">
                  <c:v>0.416666666666666</c:v>
                </c:pt>
                <c:pt idx="126">
                  <c:v>0.419999999999999</c:v>
                </c:pt>
                <c:pt idx="127">
                  <c:v>0.423333333333333</c:v>
                </c:pt>
                <c:pt idx="128">
                  <c:v>0.426666666666666</c:v>
                </c:pt>
                <c:pt idx="129">
                  <c:v>0.429999999999999</c:v>
                </c:pt>
                <c:pt idx="130">
                  <c:v>0.433333333333333</c:v>
                </c:pt>
                <c:pt idx="131">
                  <c:v>0.436666666666666</c:v>
                </c:pt>
                <c:pt idx="132">
                  <c:v>0.44</c:v>
                </c:pt>
                <c:pt idx="133">
                  <c:v>0.443333333333333</c:v>
                </c:pt>
                <c:pt idx="134">
                  <c:v>0.446666666666666</c:v>
                </c:pt>
                <c:pt idx="135">
                  <c:v>0.45</c:v>
                </c:pt>
                <c:pt idx="136">
                  <c:v>0.453333333333333</c:v>
                </c:pt>
                <c:pt idx="137">
                  <c:v>0.456666666666666</c:v>
                </c:pt>
                <c:pt idx="138">
                  <c:v>0.46</c:v>
                </c:pt>
                <c:pt idx="139">
                  <c:v>0.463333333333333</c:v>
                </c:pt>
                <c:pt idx="140">
                  <c:v>0.466666666666666</c:v>
                </c:pt>
                <c:pt idx="141">
                  <c:v>0.469999999999999</c:v>
                </c:pt>
                <c:pt idx="142">
                  <c:v>0.473333333333333</c:v>
                </c:pt>
                <c:pt idx="143">
                  <c:v>0.476666666666666</c:v>
                </c:pt>
                <c:pt idx="144">
                  <c:v>0.479999999999999</c:v>
                </c:pt>
                <c:pt idx="145">
                  <c:v>0.483333333333333</c:v>
                </c:pt>
                <c:pt idx="146">
                  <c:v>0.486666666666666</c:v>
                </c:pt>
                <c:pt idx="147">
                  <c:v>0.489999999999999</c:v>
                </c:pt>
                <c:pt idx="148">
                  <c:v>0.493333333333333</c:v>
                </c:pt>
                <c:pt idx="149">
                  <c:v>0.496666666666666</c:v>
                </c:pt>
                <c:pt idx="150">
                  <c:v>0.5</c:v>
                </c:pt>
                <c:pt idx="151">
                  <c:v>0.503333333333333</c:v>
                </c:pt>
                <c:pt idx="152">
                  <c:v>0.506666666666666</c:v>
                </c:pt>
                <c:pt idx="153">
                  <c:v>0.51</c:v>
                </c:pt>
                <c:pt idx="154">
                  <c:v>0.513333333333333</c:v>
                </c:pt>
                <c:pt idx="155">
                  <c:v>0.516666666666666</c:v>
                </c:pt>
                <c:pt idx="156">
                  <c:v>0.52</c:v>
                </c:pt>
                <c:pt idx="157">
                  <c:v>0.523333333333333</c:v>
                </c:pt>
                <c:pt idx="158">
                  <c:v>0.526666666666666</c:v>
                </c:pt>
                <c:pt idx="159">
                  <c:v>0.53</c:v>
                </c:pt>
                <c:pt idx="160">
                  <c:v>0.533333333333333</c:v>
                </c:pt>
                <c:pt idx="161">
                  <c:v>0.536666666666666</c:v>
                </c:pt>
                <c:pt idx="162">
                  <c:v>0.54</c:v>
                </c:pt>
                <c:pt idx="163">
                  <c:v>0.543333333333333</c:v>
                </c:pt>
                <c:pt idx="164">
                  <c:v>0.546666666666666</c:v>
                </c:pt>
                <c:pt idx="165">
                  <c:v>0.55</c:v>
                </c:pt>
                <c:pt idx="166">
                  <c:v>0.553333333333333</c:v>
                </c:pt>
                <c:pt idx="167">
                  <c:v>0.556666666666666</c:v>
                </c:pt>
                <c:pt idx="168">
                  <c:v>0.56</c:v>
                </c:pt>
                <c:pt idx="169">
                  <c:v>0.563333333333333</c:v>
                </c:pt>
                <c:pt idx="170">
                  <c:v>0.566666666666666</c:v>
                </c:pt>
                <c:pt idx="171">
                  <c:v>0.569999999999999</c:v>
                </c:pt>
                <c:pt idx="172">
                  <c:v>0.573333333333333</c:v>
                </c:pt>
                <c:pt idx="173">
                  <c:v>0.576666666666666</c:v>
                </c:pt>
                <c:pt idx="174">
                  <c:v>0.579999999999999</c:v>
                </c:pt>
                <c:pt idx="175">
                  <c:v>0.583333333333333</c:v>
                </c:pt>
                <c:pt idx="176">
                  <c:v>0.586666666666666</c:v>
                </c:pt>
                <c:pt idx="177">
                  <c:v>0.589999999999999</c:v>
                </c:pt>
                <c:pt idx="178">
                  <c:v>0.593333333333333</c:v>
                </c:pt>
                <c:pt idx="179">
                  <c:v>0.596666666666666</c:v>
                </c:pt>
                <c:pt idx="180">
                  <c:v>0.599999999999999</c:v>
                </c:pt>
                <c:pt idx="181">
                  <c:v>0.603333333333333</c:v>
                </c:pt>
                <c:pt idx="182">
                  <c:v>0.606666666666666</c:v>
                </c:pt>
                <c:pt idx="183">
                  <c:v>0.609999999999999</c:v>
                </c:pt>
                <c:pt idx="184">
                  <c:v>0.613333333333333</c:v>
                </c:pt>
                <c:pt idx="185">
                  <c:v>0.616666666666666</c:v>
                </c:pt>
                <c:pt idx="186">
                  <c:v>0.62</c:v>
                </c:pt>
                <c:pt idx="187">
                  <c:v>0.623333333333333</c:v>
                </c:pt>
                <c:pt idx="188">
                  <c:v>0.626666666666666</c:v>
                </c:pt>
                <c:pt idx="189">
                  <c:v>0.63</c:v>
                </c:pt>
                <c:pt idx="190">
                  <c:v>0.633333333333333</c:v>
                </c:pt>
                <c:pt idx="191">
                  <c:v>0.636666666666666</c:v>
                </c:pt>
                <c:pt idx="192">
                  <c:v>0.64</c:v>
                </c:pt>
                <c:pt idx="193">
                  <c:v>0.643333333333333</c:v>
                </c:pt>
                <c:pt idx="194">
                  <c:v>0.646666666666666</c:v>
                </c:pt>
                <c:pt idx="195">
                  <c:v>0.65</c:v>
                </c:pt>
                <c:pt idx="196">
                  <c:v>0.653333333333333</c:v>
                </c:pt>
                <c:pt idx="197">
                  <c:v>0.656666666666666</c:v>
                </c:pt>
                <c:pt idx="198">
                  <c:v>0.66</c:v>
                </c:pt>
                <c:pt idx="199">
                  <c:v>0.663333333333333</c:v>
                </c:pt>
                <c:pt idx="200">
                  <c:v>0.666666666666666</c:v>
                </c:pt>
                <c:pt idx="201">
                  <c:v>0.67</c:v>
                </c:pt>
                <c:pt idx="202">
                  <c:v>0.673333333333333</c:v>
                </c:pt>
                <c:pt idx="203">
                  <c:v>0.676666666666666</c:v>
                </c:pt>
                <c:pt idx="204">
                  <c:v>0.68</c:v>
                </c:pt>
                <c:pt idx="205">
                  <c:v>0.683333333333333</c:v>
                </c:pt>
                <c:pt idx="206">
                  <c:v>0.686666666666666</c:v>
                </c:pt>
                <c:pt idx="207">
                  <c:v>0.689999999999999</c:v>
                </c:pt>
                <c:pt idx="208">
                  <c:v>0.693333333333333</c:v>
                </c:pt>
                <c:pt idx="209">
                  <c:v>0.696666666666666</c:v>
                </c:pt>
                <c:pt idx="210">
                  <c:v>0.699999999999999</c:v>
                </c:pt>
                <c:pt idx="211">
                  <c:v>0.703333333333333</c:v>
                </c:pt>
                <c:pt idx="212">
                  <c:v>0.706666666666666</c:v>
                </c:pt>
                <c:pt idx="213">
                  <c:v>0.709999999999999</c:v>
                </c:pt>
                <c:pt idx="214">
                  <c:v>0.713333333333333</c:v>
                </c:pt>
                <c:pt idx="215">
                  <c:v>0.716666666666666</c:v>
                </c:pt>
                <c:pt idx="216">
                  <c:v>0.719999999999999</c:v>
                </c:pt>
                <c:pt idx="217">
                  <c:v>0.723333333333333</c:v>
                </c:pt>
                <c:pt idx="218">
                  <c:v>0.726666666666666</c:v>
                </c:pt>
                <c:pt idx="219">
                  <c:v>0.729999999999999</c:v>
                </c:pt>
                <c:pt idx="220">
                  <c:v>0.733333333333333</c:v>
                </c:pt>
                <c:pt idx="221">
                  <c:v>0.736666666666666</c:v>
                </c:pt>
                <c:pt idx="222">
                  <c:v>0.739999999999999</c:v>
                </c:pt>
                <c:pt idx="223">
                  <c:v>0.743333333333333</c:v>
                </c:pt>
                <c:pt idx="224">
                  <c:v>0.746666666666666</c:v>
                </c:pt>
                <c:pt idx="225">
                  <c:v>0.75</c:v>
                </c:pt>
                <c:pt idx="226">
                  <c:v>0.753333333333333</c:v>
                </c:pt>
                <c:pt idx="227">
                  <c:v>0.756666666666666</c:v>
                </c:pt>
                <c:pt idx="228">
                  <c:v>0.76</c:v>
                </c:pt>
                <c:pt idx="229">
                  <c:v>0.763333333333333</c:v>
                </c:pt>
                <c:pt idx="230">
                  <c:v>0.766666666666666</c:v>
                </c:pt>
                <c:pt idx="231">
                  <c:v>0.77</c:v>
                </c:pt>
                <c:pt idx="232">
                  <c:v>0.773333333333333</c:v>
                </c:pt>
                <c:pt idx="233">
                  <c:v>0.776666666666666</c:v>
                </c:pt>
                <c:pt idx="234">
                  <c:v>0.78</c:v>
                </c:pt>
                <c:pt idx="235">
                  <c:v>0.783333333333333</c:v>
                </c:pt>
                <c:pt idx="236">
                  <c:v>0.786666666666666</c:v>
                </c:pt>
                <c:pt idx="237">
                  <c:v>0.79</c:v>
                </c:pt>
                <c:pt idx="238">
                  <c:v>0.793333333333333</c:v>
                </c:pt>
                <c:pt idx="239">
                  <c:v>0.796666666666666</c:v>
                </c:pt>
                <c:pt idx="240">
                  <c:v>0.8</c:v>
                </c:pt>
                <c:pt idx="241">
                  <c:v>0.803333333333333</c:v>
                </c:pt>
                <c:pt idx="242">
                  <c:v>0.806666666666666</c:v>
                </c:pt>
                <c:pt idx="243">
                  <c:v>0.81</c:v>
                </c:pt>
                <c:pt idx="244">
                  <c:v>0.813333333333333</c:v>
                </c:pt>
                <c:pt idx="245">
                  <c:v>0.816666666666666</c:v>
                </c:pt>
                <c:pt idx="246">
                  <c:v>0.819999999999999</c:v>
                </c:pt>
                <c:pt idx="247">
                  <c:v>0.823333333333333</c:v>
                </c:pt>
                <c:pt idx="248">
                  <c:v>0.826666666666666</c:v>
                </c:pt>
                <c:pt idx="249">
                  <c:v>0.829999999999999</c:v>
                </c:pt>
                <c:pt idx="250">
                  <c:v>0.833333333333333</c:v>
                </c:pt>
                <c:pt idx="251">
                  <c:v>0.836666666666666</c:v>
                </c:pt>
                <c:pt idx="252">
                  <c:v>0.839999999999999</c:v>
                </c:pt>
                <c:pt idx="253">
                  <c:v>0.843333333333333</c:v>
                </c:pt>
                <c:pt idx="254">
                  <c:v>0.846666666666666</c:v>
                </c:pt>
                <c:pt idx="255">
                  <c:v>0.849999999999999</c:v>
                </c:pt>
                <c:pt idx="256">
                  <c:v>0.853333333333333</c:v>
                </c:pt>
                <c:pt idx="257">
                  <c:v>0.856666666666666</c:v>
                </c:pt>
                <c:pt idx="258">
                  <c:v>0.859999999999999</c:v>
                </c:pt>
                <c:pt idx="259">
                  <c:v>0.863333333333333</c:v>
                </c:pt>
                <c:pt idx="260">
                  <c:v>0.866666666666666</c:v>
                </c:pt>
                <c:pt idx="261">
                  <c:v>0.87</c:v>
                </c:pt>
                <c:pt idx="262">
                  <c:v>0.873333333333333</c:v>
                </c:pt>
                <c:pt idx="263">
                  <c:v>0.876666666666666</c:v>
                </c:pt>
                <c:pt idx="264">
                  <c:v>0.88</c:v>
                </c:pt>
                <c:pt idx="265">
                  <c:v>0.883333333333333</c:v>
                </c:pt>
                <c:pt idx="266">
                  <c:v>0.886666666666666</c:v>
                </c:pt>
                <c:pt idx="267">
                  <c:v>0.89</c:v>
                </c:pt>
                <c:pt idx="268">
                  <c:v>0.893333333333333</c:v>
                </c:pt>
                <c:pt idx="269">
                  <c:v>0.896666666666666</c:v>
                </c:pt>
                <c:pt idx="270">
                  <c:v>0.9</c:v>
                </c:pt>
                <c:pt idx="271">
                  <c:v>0.903333333333333</c:v>
                </c:pt>
                <c:pt idx="272">
                  <c:v>0.906666666666666</c:v>
                </c:pt>
                <c:pt idx="273">
                  <c:v>0.91</c:v>
                </c:pt>
                <c:pt idx="274">
                  <c:v>0.913333333333333</c:v>
                </c:pt>
                <c:pt idx="275">
                  <c:v>0.916666666666666</c:v>
                </c:pt>
                <c:pt idx="276">
                  <c:v>0.92</c:v>
                </c:pt>
                <c:pt idx="277">
                  <c:v>0.923333333333333</c:v>
                </c:pt>
                <c:pt idx="278">
                  <c:v>0.926666666666666</c:v>
                </c:pt>
                <c:pt idx="279">
                  <c:v>0.93</c:v>
                </c:pt>
                <c:pt idx="280">
                  <c:v>0.933333333333333</c:v>
                </c:pt>
                <c:pt idx="281">
                  <c:v>0.936666666666666</c:v>
                </c:pt>
                <c:pt idx="282">
                  <c:v>0.939999999999999</c:v>
                </c:pt>
                <c:pt idx="283">
                  <c:v>0.943333333333333</c:v>
                </c:pt>
                <c:pt idx="284">
                  <c:v>0.946666666666666</c:v>
                </c:pt>
                <c:pt idx="285">
                  <c:v>0.949999999999999</c:v>
                </c:pt>
                <c:pt idx="286">
                  <c:v>0.953333333333333</c:v>
                </c:pt>
                <c:pt idx="287">
                  <c:v>0.956666666666666</c:v>
                </c:pt>
                <c:pt idx="288">
                  <c:v>0.959999999999999</c:v>
                </c:pt>
                <c:pt idx="289">
                  <c:v>0.963333333333333</c:v>
                </c:pt>
                <c:pt idx="290">
                  <c:v>0.966666666666666</c:v>
                </c:pt>
                <c:pt idx="291">
                  <c:v>0.969999999999999</c:v>
                </c:pt>
                <c:pt idx="292">
                  <c:v>0.973333333333333</c:v>
                </c:pt>
                <c:pt idx="293">
                  <c:v>0.976666666666666</c:v>
                </c:pt>
                <c:pt idx="294">
                  <c:v>0.979999999999999</c:v>
                </c:pt>
                <c:pt idx="295">
                  <c:v>0.983333333333333</c:v>
                </c:pt>
                <c:pt idx="296">
                  <c:v>0.986666666666666</c:v>
                </c:pt>
                <c:pt idx="297">
                  <c:v>0.989999999999999</c:v>
                </c:pt>
                <c:pt idx="298">
                  <c:v>0.993333333333333</c:v>
                </c:pt>
                <c:pt idx="299">
                  <c:v>0.996666666666666</c:v>
                </c:pt>
                <c:pt idx="300">
                  <c:v>1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553507"/>
        <c:axId val="96716267"/>
      </c:scatterChart>
      <c:valAx>
        <c:axId val="1705535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Additional waiting (1,000 GPU-h x h / series)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96716267"/>
        <c:crosses val="autoZero"/>
        <c:crossBetween val="midCat"/>
      </c:valAx>
      <c:valAx>
        <c:axId val="967162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Cumulative fraction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70553507"/>
        <c:crosses val="autoZero"/>
        <c:crossBetween val="midCat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59539599054806"/>
          <c:y val="0.0851003675431156"/>
          <c:w val="0.19079198109612"/>
          <c:h val="0.17528979361040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bfe1017-5832-4cf5-a60f-5ae842fcb12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180083937428"/>
          <c:y val="0.0495337995337995"/>
          <c:w val="0.815032430370088"/>
          <c:h val="0.840034965034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[F06a.xlsx]b!$C$9</c:f>
              <c:strCache>
                <c:ptCount val="1"/>
                <c:pt idx="0">
                  <c:v>Waiting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[F06a.xlsx]b!$B$10:$B$11</c:f>
              <c:strCache>
                <c:ptCount val="2"/>
                <c:pt idx="0">
                  <c:v>Four hours</c:v>
                </c:pt>
                <c:pt idx="1">
                  <c:v>Eight hours</c:v>
                </c:pt>
              </c:strCache>
            </c:strRef>
          </c:cat>
          <c:val>
            <c:numRef>
              <c:f>[F06a.xlsx]b!$C$10:$C$11</c:f>
              <c:numCache>
                <c:formatCode>General</c:formatCode>
                <c:ptCount val="2"/>
                <c:pt idx="0">
                  <c:v>192.431609044069</c:v>
                </c:pt>
                <c:pt idx="1">
                  <c:v>348.625612673455</c:v>
                </c:pt>
              </c:numCache>
            </c:numRef>
          </c:val>
        </c:ser>
        <c:ser>
          <c:idx val="1"/>
          <c:order val="1"/>
          <c:tx>
            <c:strRef>
              <c:f>[F06a.xlsx]b!$D$9</c:f>
              <c:strCache>
                <c:ptCount val="1"/>
                <c:pt idx="0">
                  <c:v>Electricity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[F06a.xlsx]b!$B$10:$B$11</c:f>
              <c:strCache>
                <c:ptCount val="2"/>
                <c:pt idx="0">
                  <c:v>Four hours</c:v>
                </c:pt>
                <c:pt idx="1">
                  <c:v>Eight hours</c:v>
                </c:pt>
              </c:strCache>
            </c:strRef>
          </c:cat>
          <c:val>
            <c:numRef>
              <c:f>[F06a.xlsx]b!$D$10:$D$11</c:f>
              <c:numCache>
                <c:formatCode>General</c:formatCode>
                <c:ptCount val="2"/>
                <c:pt idx="0">
                  <c:v>0.0760616126762669</c:v>
                </c:pt>
                <c:pt idx="1">
                  <c:v>-0.0376857887107944</c:v>
                </c:pt>
              </c:numCache>
            </c:numRef>
          </c:val>
        </c:ser>
        <c:ser>
          <c:idx val="2"/>
          <c:order val="2"/>
          <c:tx>
            <c:strRef>
              <c:f>[F06a.xlsx]b!$E$9</c:f>
              <c:strCache>
                <c:ptCount val="1"/>
                <c:pt idx="0">
                  <c:v>Delivery credit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[F06a.xlsx]b!$B$10:$B$11</c:f>
              <c:strCache>
                <c:ptCount val="2"/>
                <c:pt idx="0">
                  <c:v>Four hours</c:v>
                </c:pt>
                <c:pt idx="1">
                  <c:v>Eight hours</c:v>
                </c:pt>
              </c:strCache>
            </c:strRef>
          </c:cat>
          <c:val>
            <c:numRef>
              <c:f>[F06a.xlsx]b!$E$10:$E$11</c:f>
              <c:numCache>
                <c:formatCode>General</c:formatCode>
                <c:ptCount val="2"/>
                <c:pt idx="0">
                  <c:v>-9.2070244753521</c:v>
                </c:pt>
                <c:pt idx="1">
                  <c:v>-18.475822148184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100"/>
        <c:axId val="448258580"/>
        <c:axId val="353823478"/>
      </c:barChart>
      <c:catAx>
        <c:axId val="448258580"/>
        <c:scaling>
          <c:orientation val="minMax"/>
        </c:scaling>
        <c:delete val="0"/>
        <c:axPos val="b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53823478"/>
        <c:crosses val="autoZero"/>
        <c:auto val="1"/>
        <c:lblAlgn val="ctr"/>
        <c:lblOffset val="100"/>
        <c:noMultiLvlLbl val="0"/>
      </c:catAx>
      <c:valAx>
        <c:axId val="353823478"/>
        <c:scaling>
          <c:orientation val="minMax"/>
          <c:max val="45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Threshold (USD / offered kW-year)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>
            <c:manualLayout>
              <c:xMode val="edge"/>
              <c:yMode val="edge"/>
              <c:x val="0.0220462193449174"/>
              <c:y val="0.094010665712039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48258580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6625"/>
          <c:y val="0.046382090132090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1bc65b-cb61-45f5-98ef-2b28e9791c00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639376218324"/>
          <c:y val="0.0480569948186529"/>
          <c:w val="0.818089668615984"/>
          <c:h val="0.768782383419689"/>
        </c:manualLayout>
      </c:layout>
      <c:lineChart>
        <c:grouping val="standard"/>
        <c:varyColors val="0"/>
        <c:ser>
          <c:idx val="0"/>
          <c:order val="0"/>
          <c:tx>
            <c:strRef>
              <c:f>'[F06a.xlsx]c'!$B$1</c:f>
              <c:strCache>
                <c:ptCount val="1"/>
                <c:pt idx="0">
                  <c:v>4h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plus"/>
            <c:size val="9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numRef>
              <c:f>'[F06a.xlsx]c'!$A$2:$A$4</c:f>
              <c:numCache>
                <c:formatCode>General</c:formatCode>
                <c:ptCount val="3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</c:numCache>
            </c:numRef>
          </c:cat>
          <c:val>
            <c:numRef>
              <c:f>'[F06a.xlsx]c'!$B$2:$B$4</c:f>
              <c:numCache>
                <c:formatCode>General</c:formatCode>
                <c:ptCount val="3"/>
                <c:pt idx="0">
                  <c:v>0</c:v>
                </c:pt>
                <c:pt idx="1">
                  <c:v>183.300646181393</c:v>
                </c:pt>
                <c:pt idx="2">
                  <c:v>375.73150375041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'[F06a.xlsx]c'!$C$1</c:f>
              <c:strCache>
                <c:ptCount val="1"/>
                <c:pt idx="0">
                  <c:v>8h</c:v>
                </c:pt>
              </c:strCache>
            </c:strRef>
          </c:tx>
          <c:spPr>
            <a:ln w="28575" cap="rnd">
              <a:solidFill>
                <a:srgbClr val="6E6ECF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rgbClr val="6E6ECF"/>
              </a:solidFill>
              <a:ln w="9525">
                <a:solidFill>
                  <a:srgbClr val="6E6ECF"/>
                </a:solidFill>
              </a:ln>
              <a:effectLst/>
            </c:spPr>
          </c:marker>
          <c:dLbls>
            <c:delete val="1"/>
          </c:dLbls>
          <c:cat>
            <c:numRef>
              <c:f>'[F06a.xlsx]c'!$A$2:$A$4</c:f>
              <c:numCache>
                <c:formatCode>General</c:formatCode>
                <c:ptCount val="3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</c:numCache>
            </c:numRef>
          </c:cat>
          <c:val>
            <c:numRef>
              <c:f>'[F06a.xlsx]c'!$C$2:$C$4</c:f>
              <c:numCache>
                <c:formatCode>General</c:formatCode>
                <c:ptCount val="3"/>
                <c:pt idx="0">
                  <c:v>0</c:v>
                </c:pt>
                <c:pt idx="1">
                  <c:v>330.112104736561</c:v>
                </c:pt>
                <c:pt idx="2">
                  <c:v>678.719492307403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201648"/>
        <c:axId val="456524579"/>
      </c:lineChart>
      <c:catAx>
        <c:axId val="10620164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Waiting price (USD/GPU-h/ h)</a:t>
                </a:r>
                <a:endParaRPr sz="2000"/>
              </a:p>
            </c:rich>
          </c:tx>
          <c:layout>
            <c:manualLayout>
              <c:xMode val="edge"/>
              <c:yMode val="edge"/>
              <c:x val="0.319639213035472"/>
              <c:y val="0.927748226950355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56524579"/>
        <c:crosses val="autoZero"/>
        <c:auto val="1"/>
        <c:lblAlgn val="ctr"/>
        <c:lblOffset val="100"/>
        <c:noMultiLvlLbl val="0"/>
      </c:catAx>
      <c:valAx>
        <c:axId val="4565245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Threshold (USD / offered kW-year)</a:t>
                </a:r>
                <a:endParaRPr sz="2000"/>
              </a:p>
            </c:rich>
          </c:tx>
          <c:layout>
            <c:manualLayout>
              <c:xMode val="edge"/>
              <c:yMode val="edge"/>
              <c:x val="0.00250584697627798"/>
              <c:y val="0.052046263345195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06201648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71150097465887"/>
          <c:y val="0.0671330387825233"/>
          <c:w val="0.330604288499025"/>
          <c:h val="0.19023073146784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d3c70ff-8f73-4169-a4f4-dea173211e2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2075103839959"/>
          <c:y val="0.0481376067318401"/>
          <c:w val="0.809951682631177"/>
          <c:h val="0.766984284123252"/>
        </c:manualLayout>
      </c:layout>
      <c:scatterChart>
        <c:scatterStyle val="smooth"/>
        <c:varyColors val="0"/>
        <c:ser>
          <c:idx val="2"/>
          <c:order val="0"/>
          <c:tx>
            <c:strRef>
              <c:f>"垂直分割线"</c:f>
              <c:strCache>
                <c:ptCount val="1"/>
                <c:pt idx="0">
                  <c:v>垂直分割线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/>
            <a:sp3d contourW="34925"/>
          </c:spPr>
          <c:marker>
            <c:symbol val="none"/>
          </c:marker>
          <c:dLbls>
            <c:delete val="1"/>
          </c:dLbls>
          <c:xVal>
            <c:numRef>
              <c:f>[F06a.xlsx]d!$G$2:$G$3</c:f>
              <c:numCache>
                <c:formatCode>General</c:formatCode>
                <c:ptCount val="2"/>
                <c:pt idx="0">
                  <c:v>183.300646181393</c:v>
                </c:pt>
                <c:pt idx="1">
                  <c:v>183.300646181393</c:v>
                </c:pt>
              </c:numCache>
            </c:numRef>
          </c:xVal>
          <c:yVal>
            <c:numRef>
              <c:f>[F06a.xlsx]d!$H$2:$H$3</c:f>
              <c:numCache>
                <c:formatCode>General</c:formatCode>
                <c:ptCount val="2"/>
                <c:pt idx="0">
                  <c:v>0</c:v>
                </c:pt>
                <c:pt idx="1">
                  <c:v>330.112104736561</c:v>
                </c:pt>
              </c:numCache>
            </c:numRef>
          </c:yVal>
          <c:smooth val="1"/>
        </c:ser>
        <c:ser>
          <c:idx val="0"/>
          <c:order val="1"/>
          <c:tx>
            <c:strRef>
              <c:f>"一个线"</c:f>
              <c:strCache>
                <c:ptCount val="1"/>
                <c:pt idx="0">
                  <c:v>一个线</c:v>
                </c:pt>
              </c:strCache>
            </c:strRef>
          </c:tx>
          <c:spPr>
            <a:ln w="25400" cap="rnd">
              <a:solidFill>
                <a:schemeClr val="tx1"/>
              </a:solidFill>
              <a:prstDash val="dash"/>
              <a:round/>
            </a:ln>
            <a:effectLst/>
            <a:sp3d contourW="25400"/>
          </c:spPr>
          <c:marker>
            <c:symbol val="none"/>
          </c:marker>
          <c:dLbls>
            <c:delete val="1"/>
          </c:dLbls>
          <c:xVal>
            <c:numRef>
              <c:f>[F06a.xlsx]d!$A$2:$A$303</c:f>
              <c:numCache>
                <c:formatCode>General</c:formatCode>
                <c:ptCount val="302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183.300646181393</c:v>
                </c:pt>
                <c:pt idx="75">
                  <c:v>185</c:v>
                </c:pt>
                <c:pt idx="76">
                  <c:v>187.5</c:v>
                </c:pt>
                <c:pt idx="77">
                  <c:v>190</c:v>
                </c:pt>
                <c:pt idx="78">
                  <c:v>192.5</c:v>
                </c:pt>
                <c:pt idx="79">
                  <c:v>195</c:v>
                </c:pt>
                <c:pt idx="80">
                  <c:v>197.5</c:v>
                </c:pt>
                <c:pt idx="81">
                  <c:v>200</c:v>
                </c:pt>
                <c:pt idx="82">
                  <c:v>202.5</c:v>
                </c:pt>
                <c:pt idx="83">
                  <c:v>205</c:v>
                </c:pt>
                <c:pt idx="84">
                  <c:v>207.5</c:v>
                </c:pt>
                <c:pt idx="85">
                  <c:v>210</c:v>
                </c:pt>
                <c:pt idx="86">
                  <c:v>212.5</c:v>
                </c:pt>
                <c:pt idx="87">
                  <c:v>215</c:v>
                </c:pt>
                <c:pt idx="88">
                  <c:v>217.5</c:v>
                </c:pt>
                <c:pt idx="89">
                  <c:v>220</c:v>
                </c:pt>
                <c:pt idx="90">
                  <c:v>222.5</c:v>
                </c:pt>
                <c:pt idx="91">
                  <c:v>225</c:v>
                </c:pt>
                <c:pt idx="92">
                  <c:v>227.5</c:v>
                </c:pt>
                <c:pt idx="93">
                  <c:v>230</c:v>
                </c:pt>
                <c:pt idx="94">
                  <c:v>232.5</c:v>
                </c:pt>
                <c:pt idx="95">
                  <c:v>235</c:v>
                </c:pt>
                <c:pt idx="96">
                  <c:v>237.5</c:v>
                </c:pt>
                <c:pt idx="97">
                  <c:v>240</c:v>
                </c:pt>
                <c:pt idx="98">
                  <c:v>242.5</c:v>
                </c:pt>
                <c:pt idx="99">
                  <c:v>245</c:v>
                </c:pt>
                <c:pt idx="100">
                  <c:v>247.5</c:v>
                </c:pt>
                <c:pt idx="101">
                  <c:v>250</c:v>
                </c:pt>
                <c:pt idx="102">
                  <c:v>252.5</c:v>
                </c:pt>
                <c:pt idx="103">
                  <c:v>255</c:v>
                </c:pt>
                <c:pt idx="104">
                  <c:v>257.5</c:v>
                </c:pt>
                <c:pt idx="105">
                  <c:v>260</c:v>
                </c:pt>
                <c:pt idx="106">
                  <c:v>262.5</c:v>
                </c:pt>
                <c:pt idx="107">
                  <c:v>265</c:v>
                </c:pt>
                <c:pt idx="108">
                  <c:v>267.5</c:v>
                </c:pt>
                <c:pt idx="109">
                  <c:v>270</c:v>
                </c:pt>
                <c:pt idx="110">
                  <c:v>272.5</c:v>
                </c:pt>
                <c:pt idx="111">
                  <c:v>275</c:v>
                </c:pt>
                <c:pt idx="112">
                  <c:v>277.5</c:v>
                </c:pt>
                <c:pt idx="113">
                  <c:v>280</c:v>
                </c:pt>
                <c:pt idx="114">
                  <c:v>282.5</c:v>
                </c:pt>
                <c:pt idx="115">
                  <c:v>285</c:v>
                </c:pt>
                <c:pt idx="116">
                  <c:v>287.5</c:v>
                </c:pt>
                <c:pt idx="117">
                  <c:v>290</c:v>
                </c:pt>
                <c:pt idx="118">
                  <c:v>292.5</c:v>
                </c:pt>
                <c:pt idx="119">
                  <c:v>295</c:v>
                </c:pt>
                <c:pt idx="120">
                  <c:v>297.5</c:v>
                </c:pt>
                <c:pt idx="121">
                  <c:v>300</c:v>
                </c:pt>
                <c:pt idx="122">
                  <c:v>302.5</c:v>
                </c:pt>
                <c:pt idx="123">
                  <c:v>305</c:v>
                </c:pt>
                <c:pt idx="124">
                  <c:v>307.5</c:v>
                </c:pt>
                <c:pt idx="125">
                  <c:v>310</c:v>
                </c:pt>
                <c:pt idx="126">
                  <c:v>312.5</c:v>
                </c:pt>
                <c:pt idx="127">
                  <c:v>315</c:v>
                </c:pt>
                <c:pt idx="128">
                  <c:v>317.5</c:v>
                </c:pt>
                <c:pt idx="129">
                  <c:v>320</c:v>
                </c:pt>
                <c:pt idx="130">
                  <c:v>322.5</c:v>
                </c:pt>
                <c:pt idx="131">
                  <c:v>325</c:v>
                </c:pt>
                <c:pt idx="132">
                  <c:v>327.5</c:v>
                </c:pt>
                <c:pt idx="133">
                  <c:v>330</c:v>
                </c:pt>
                <c:pt idx="134">
                  <c:v>332.5</c:v>
                </c:pt>
                <c:pt idx="135">
                  <c:v>335</c:v>
                </c:pt>
                <c:pt idx="136">
                  <c:v>337.5</c:v>
                </c:pt>
                <c:pt idx="137">
                  <c:v>340</c:v>
                </c:pt>
                <c:pt idx="138">
                  <c:v>342.5</c:v>
                </c:pt>
                <c:pt idx="139">
                  <c:v>345</c:v>
                </c:pt>
                <c:pt idx="140">
                  <c:v>347.5</c:v>
                </c:pt>
                <c:pt idx="141">
                  <c:v>350</c:v>
                </c:pt>
                <c:pt idx="142">
                  <c:v>352.5</c:v>
                </c:pt>
                <c:pt idx="143">
                  <c:v>355</c:v>
                </c:pt>
                <c:pt idx="144">
                  <c:v>357.5</c:v>
                </c:pt>
                <c:pt idx="145">
                  <c:v>360</c:v>
                </c:pt>
                <c:pt idx="146">
                  <c:v>362.5</c:v>
                </c:pt>
                <c:pt idx="147">
                  <c:v>365</c:v>
                </c:pt>
                <c:pt idx="148">
                  <c:v>367.5</c:v>
                </c:pt>
                <c:pt idx="149">
                  <c:v>370</c:v>
                </c:pt>
                <c:pt idx="150">
                  <c:v>372.5</c:v>
                </c:pt>
                <c:pt idx="151">
                  <c:v>375</c:v>
                </c:pt>
                <c:pt idx="152">
                  <c:v>377.5</c:v>
                </c:pt>
                <c:pt idx="153">
                  <c:v>380</c:v>
                </c:pt>
                <c:pt idx="154">
                  <c:v>382.5</c:v>
                </c:pt>
                <c:pt idx="155">
                  <c:v>385</c:v>
                </c:pt>
                <c:pt idx="156">
                  <c:v>387.5</c:v>
                </c:pt>
                <c:pt idx="157">
                  <c:v>390</c:v>
                </c:pt>
                <c:pt idx="158">
                  <c:v>392.5</c:v>
                </c:pt>
                <c:pt idx="159">
                  <c:v>395</c:v>
                </c:pt>
                <c:pt idx="160">
                  <c:v>397.5</c:v>
                </c:pt>
                <c:pt idx="161">
                  <c:v>400</c:v>
                </c:pt>
                <c:pt idx="162">
                  <c:v>402.5</c:v>
                </c:pt>
                <c:pt idx="163">
                  <c:v>405</c:v>
                </c:pt>
                <c:pt idx="164">
                  <c:v>407.5</c:v>
                </c:pt>
                <c:pt idx="165">
                  <c:v>410</c:v>
                </c:pt>
                <c:pt idx="166">
                  <c:v>412.5</c:v>
                </c:pt>
                <c:pt idx="167">
                  <c:v>415</c:v>
                </c:pt>
                <c:pt idx="168">
                  <c:v>417.5</c:v>
                </c:pt>
                <c:pt idx="169">
                  <c:v>420</c:v>
                </c:pt>
                <c:pt idx="170">
                  <c:v>422.5</c:v>
                </c:pt>
                <c:pt idx="171">
                  <c:v>425</c:v>
                </c:pt>
                <c:pt idx="172">
                  <c:v>427.5</c:v>
                </c:pt>
                <c:pt idx="173">
                  <c:v>430</c:v>
                </c:pt>
                <c:pt idx="174">
                  <c:v>432.5</c:v>
                </c:pt>
                <c:pt idx="175">
                  <c:v>435</c:v>
                </c:pt>
                <c:pt idx="176">
                  <c:v>437.5</c:v>
                </c:pt>
                <c:pt idx="177">
                  <c:v>440</c:v>
                </c:pt>
                <c:pt idx="178">
                  <c:v>442.5</c:v>
                </c:pt>
                <c:pt idx="179">
                  <c:v>445</c:v>
                </c:pt>
                <c:pt idx="180">
                  <c:v>447.5</c:v>
                </c:pt>
                <c:pt idx="181">
                  <c:v>450</c:v>
                </c:pt>
                <c:pt idx="182">
                  <c:v>452.5</c:v>
                </c:pt>
                <c:pt idx="183">
                  <c:v>455</c:v>
                </c:pt>
                <c:pt idx="184">
                  <c:v>457.5</c:v>
                </c:pt>
                <c:pt idx="185">
                  <c:v>460</c:v>
                </c:pt>
                <c:pt idx="186">
                  <c:v>462.5</c:v>
                </c:pt>
                <c:pt idx="187">
                  <c:v>465</c:v>
                </c:pt>
                <c:pt idx="188">
                  <c:v>467.5</c:v>
                </c:pt>
                <c:pt idx="189">
                  <c:v>470</c:v>
                </c:pt>
                <c:pt idx="190">
                  <c:v>472.5</c:v>
                </c:pt>
                <c:pt idx="191">
                  <c:v>475</c:v>
                </c:pt>
                <c:pt idx="192">
                  <c:v>477.5</c:v>
                </c:pt>
                <c:pt idx="193">
                  <c:v>480</c:v>
                </c:pt>
                <c:pt idx="194">
                  <c:v>482.5</c:v>
                </c:pt>
                <c:pt idx="195">
                  <c:v>485</c:v>
                </c:pt>
                <c:pt idx="196">
                  <c:v>487.5</c:v>
                </c:pt>
                <c:pt idx="197">
                  <c:v>490</c:v>
                </c:pt>
                <c:pt idx="198">
                  <c:v>492.5</c:v>
                </c:pt>
                <c:pt idx="199">
                  <c:v>495</c:v>
                </c:pt>
                <c:pt idx="200">
                  <c:v>497.5</c:v>
                </c:pt>
                <c:pt idx="201">
                  <c:v>500</c:v>
                </c:pt>
                <c:pt idx="202">
                  <c:v>502.5</c:v>
                </c:pt>
                <c:pt idx="203">
                  <c:v>505</c:v>
                </c:pt>
                <c:pt idx="204">
                  <c:v>507.5</c:v>
                </c:pt>
                <c:pt idx="205">
                  <c:v>510</c:v>
                </c:pt>
                <c:pt idx="206">
                  <c:v>512.5</c:v>
                </c:pt>
                <c:pt idx="207">
                  <c:v>515</c:v>
                </c:pt>
                <c:pt idx="208">
                  <c:v>517.5</c:v>
                </c:pt>
                <c:pt idx="209">
                  <c:v>520</c:v>
                </c:pt>
                <c:pt idx="210">
                  <c:v>522.5</c:v>
                </c:pt>
                <c:pt idx="211">
                  <c:v>525</c:v>
                </c:pt>
                <c:pt idx="212">
                  <c:v>527.5</c:v>
                </c:pt>
                <c:pt idx="213">
                  <c:v>530</c:v>
                </c:pt>
                <c:pt idx="214">
                  <c:v>532.5</c:v>
                </c:pt>
                <c:pt idx="215">
                  <c:v>535</c:v>
                </c:pt>
                <c:pt idx="216">
                  <c:v>537.5</c:v>
                </c:pt>
                <c:pt idx="217">
                  <c:v>540</c:v>
                </c:pt>
                <c:pt idx="218">
                  <c:v>542.5</c:v>
                </c:pt>
                <c:pt idx="219">
                  <c:v>545</c:v>
                </c:pt>
                <c:pt idx="220">
                  <c:v>547.5</c:v>
                </c:pt>
                <c:pt idx="221">
                  <c:v>550</c:v>
                </c:pt>
                <c:pt idx="222">
                  <c:v>552.5</c:v>
                </c:pt>
                <c:pt idx="223">
                  <c:v>555</c:v>
                </c:pt>
                <c:pt idx="224">
                  <c:v>557.5</c:v>
                </c:pt>
                <c:pt idx="225">
                  <c:v>560</c:v>
                </c:pt>
                <c:pt idx="226">
                  <c:v>562.5</c:v>
                </c:pt>
                <c:pt idx="227">
                  <c:v>565</c:v>
                </c:pt>
                <c:pt idx="228">
                  <c:v>567.5</c:v>
                </c:pt>
                <c:pt idx="229">
                  <c:v>570</c:v>
                </c:pt>
                <c:pt idx="230">
                  <c:v>572.5</c:v>
                </c:pt>
                <c:pt idx="231">
                  <c:v>575</c:v>
                </c:pt>
                <c:pt idx="232">
                  <c:v>577.5</c:v>
                </c:pt>
                <c:pt idx="233">
                  <c:v>580</c:v>
                </c:pt>
                <c:pt idx="234">
                  <c:v>582.5</c:v>
                </c:pt>
                <c:pt idx="235">
                  <c:v>585</c:v>
                </c:pt>
                <c:pt idx="236">
                  <c:v>587.5</c:v>
                </c:pt>
                <c:pt idx="237">
                  <c:v>590</c:v>
                </c:pt>
                <c:pt idx="238">
                  <c:v>592.5</c:v>
                </c:pt>
                <c:pt idx="239">
                  <c:v>595</c:v>
                </c:pt>
                <c:pt idx="240">
                  <c:v>597.5</c:v>
                </c:pt>
                <c:pt idx="241">
                  <c:v>600</c:v>
                </c:pt>
                <c:pt idx="242">
                  <c:v>602.5</c:v>
                </c:pt>
                <c:pt idx="243">
                  <c:v>605</c:v>
                </c:pt>
                <c:pt idx="244">
                  <c:v>607.5</c:v>
                </c:pt>
                <c:pt idx="245">
                  <c:v>610</c:v>
                </c:pt>
                <c:pt idx="246">
                  <c:v>612.5</c:v>
                </c:pt>
                <c:pt idx="247">
                  <c:v>615</c:v>
                </c:pt>
                <c:pt idx="248">
                  <c:v>617.5</c:v>
                </c:pt>
                <c:pt idx="249">
                  <c:v>620</c:v>
                </c:pt>
                <c:pt idx="250">
                  <c:v>622.5</c:v>
                </c:pt>
                <c:pt idx="251">
                  <c:v>625</c:v>
                </c:pt>
                <c:pt idx="252">
                  <c:v>627.5</c:v>
                </c:pt>
                <c:pt idx="253">
                  <c:v>630</c:v>
                </c:pt>
                <c:pt idx="254">
                  <c:v>632.5</c:v>
                </c:pt>
                <c:pt idx="255">
                  <c:v>635</c:v>
                </c:pt>
                <c:pt idx="256">
                  <c:v>637.5</c:v>
                </c:pt>
                <c:pt idx="257">
                  <c:v>640</c:v>
                </c:pt>
                <c:pt idx="258">
                  <c:v>642.5</c:v>
                </c:pt>
                <c:pt idx="259">
                  <c:v>645</c:v>
                </c:pt>
                <c:pt idx="260">
                  <c:v>647.5</c:v>
                </c:pt>
                <c:pt idx="261">
                  <c:v>650</c:v>
                </c:pt>
                <c:pt idx="262">
                  <c:v>652.5</c:v>
                </c:pt>
                <c:pt idx="263">
                  <c:v>655</c:v>
                </c:pt>
                <c:pt idx="264">
                  <c:v>657.5</c:v>
                </c:pt>
                <c:pt idx="265">
                  <c:v>660</c:v>
                </c:pt>
                <c:pt idx="266">
                  <c:v>662.5</c:v>
                </c:pt>
                <c:pt idx="267">
                  <c:v>665</c:v>
                </c:pt>
                <c:pt idx="268">
                  <c:v>667.5</c:v>
                </c:pt>
                <c:pt idx="269">
                  <c:v>670</c:v>
                </c:pt>
                <c:pt idx="270">
                  <c:v>672.5</c:v>
                </c:pt>
                <c:pt idx="271">
                  <c:v>675</c:v>
                </c:pt>
                <c:pt idx="272">
                  <c:v>677.5</c:v>
                </c:pt>
                <c:pt idx="273">
                  <c:v>680</c:v>
                </c:pt>
                <c:pt idx="274">
                  <c:v>682.5</c:v>
                </c:pt>
                <c:pt idx="275">
                  <c:v>685</c:v>
                </c:pt>
                <c:pt idx="276">
                  <c:v>687.5</c:v>
                </c:pt>
                <c:pt idx="277">
                  <c:v>690</c:v>
                </c:pt>
                <c:pt idx="278">
                  <c:v>692.5</c:v>
                </c:pt>
                <c:pt idx="279">
                  <c:v>695</c:v>
                </c:pt>
                <c:pt idx="280">
                  <c:v>697.5</c:v>
                </c:pt>
                <c:pt idx="281">
                  <c:v>700</c:v>
                </c:pt>
                <c:pt idx="282">
                  <c:v>702.5</c:v>
                </c:pt>
                <c:pt idx="283">
                  <c:v>705</c:v>
                </c:pt>
                <c:pt idx="284">
                  <c:v>707.5</c:v>
                </c:pt>
                <c:pt idx="285">
                  <c:v>710</c:v>
                </c:pt>
                <c:pt idx="286">
                  <c:v>712.5</c:v>
                </c:pt>
                <c:pt idx="287">
                  <c:v>715</c:v>
                </c:pt>
                <c:pt idx="288">
                  <c:v>717.5</c:v>
                </c:pt>
                <c:pt idx="289">
                  <c:v>720</c:v>
                </c:pt>
                <c:pt idx="290">
                  <c:v>722.5</c:v>
                </c:pt>
                <c:pt idx="291">
                  <c:v>725</c:v>
                </c:pt>
                <c:pt idx="292">
                  <c:v>727.5</c:v>
                </c:pt>
                <c:pt idx="293">
                  <c:v>730</c:v>
                </c:pt>
                <c:pt idx="294">
                  <c:v>732.5</c:v>
                </c:pt>
                <c:pt idx="295">
                  <c:v>735</c:v>
                </c:pt>
                <c:pt idx="296">
                  <c:v>737.5</c:v>
                </c:pt>
                <c:pt idx="297">
                  <c:v>740</c:v>
                </c:pt>
                <c:pt idx="298">
                  <c:v>742.5</c:v>
                </c:pt>
                <c:pt idx="299">
                  <c:v>745</c:v>
                </c:pt>
                <c:pt idx="300">
                  <c:v>747.5</c:v>
                </c:pt>
                <c:pt idx="301">
                  <c:v>750</c:v>
                </c:pt>
              </c:numCache>
            </c:numRef>
          </c:xVal>
          <c:yVal>
            <c:numRef>
              <c:f>[F06a.xlsx]d!$B$2:$B$303</c:f>
              <c:numCache>
                <c:formatCode>General</c:formatCode>
                <c:ptCount val="302"/>
                <c:pt idx="0">
                  <c:v>97.9312862401291</c:v>
                </c:pt>
                <c:pt idx="1">
                  <c:v>101.097952906795</c:v>
                </c:pt>
                <c:pt idx="2">
                  <c:v>104.264619573462</c:v>
                </c:pt>
                <c:pt idx="3">
                  <c:v>107.431286240129</c:v>
                </c:pt>
                <c:pt idx="4">
                  <c:v>110.597952906795</c:v>
                </c:pt>
                <c:pt idx="5">
                  <c:v>113.764619573462</c:v>
                </c:pt>
                <c:pt idx="6">
                  <c:v>116.931286240129</c:v>
                </c:pt>
                <c:pt idx="7">
                  <c:v>120.097952906795</c:v>
                </c:pt>
                <c:pt idx="8">
                  <c:v>123.264619573462</c:v>
                </c:pt>
                <c:pt idx="9">
                  <c:v>126.431286240129</c:v>
                </c:pt>
                <c:pt idx="10">
                  <c:v>129.597952906795</c:v>
                </c:pt>
                <c:pt idx="11">
                  <c:v>132.764619573462</c:v>
                </c:pt>
                <c:pt idx="12">
                  <c:v>135.931286240129</c:v>
                </c:pt>
                <c:pt idx="13">
                  <c:v>139.097952906795</c:v>
                </c:pt>
                <c:pt idx="14">
                  <c:v>142.264619573462</c:v>
                </c:pt>
                <c:pt idx="15">
                  <c:v>145.431286240129</c:v>
                </c:pt>
                <c:pt idx="16">
                  <c:v>148.597952906795</c:v>
                </c:pt>
                <c:pt idx="17">
                  <c:v>151.764619573462</c:v>
                </c:pt>
                <c:pt idx="18">
                  <c:v>154.931286240129</c:v>
                </c:pt>
                <c:pt idx="19">
                  <c:v>158.097952906795</c:v>
                </c:pt>
                <c:pt idx="20">
                  <c:v>161.264619573462</c:v>
                </c:pt>
                <c:pt idx="21">
                  <c:v>164.431286240129</c:v>
                </c:pt>
                <c:pt idx="22">
                  <c:v>167.597952906795</c:v>
                </c:pt>
                <c:pt idx="23">
                  <c:v>170.764619573462</c:v>
                </c:pt>
                <c:pt idx="24">
                  <c:v>173.931286240129</c:v>
                </c:pt>
                <c:pt idx="25">
                  <c:v>177.097952906795</c:v>
                </c:pt>
                <c:pt idx="26">
                  <c:v>180.264619573462</c:v>
                </c:pt>
                <c:pt idx="27">
                  <c:v>183.431286240129</c:v>
                </c:pt>
                <c:pt idx="28">
                  <c:v>186.597952906795</c:v>
                </c:pt>
                <c:pt idx="29">
                  <c:v>189.764619573462</c:v>
                </c:pt>
                <c:pt idx="30">
                  <c:v>192.931286240129</c:v>
                </c:pt>
                <c:pt idx="31">
                  <c:v>196.097952906795</c:v>
                </c:pt>
                <c:pt idx="32">
                  <c:v>199.264619573462</c:v>
                </c:pt>
                <c:pt idx="33">
                  <c:v>202.431286240129</c:v>
                </c:pt>
                <c:pt idx="34">
                  <c:v>205.597952906795</c:v>
                </c:pt>
                <c:pt idx="35">
                  <c:v>208.764619573462</c:v>
                </c:pt>
                <c:pt idx="36">
                  <c:v>211.931286240129</c:v>
                </c:pt>
                <c:pt idx="37">
                  <c:v>215.097952906795</c:v>
                </c:pt>
                <c:pt idx="38">
                  <c:v>218.264619573462</c:v>
                </c:pt>
                <c:pt idx="39">
                  <c:v>221.431286240129</c:v>
                </c:pt>
                <c:pt idx="40">
                  <c:v>224.597952906795</c:v>
                </c:pt>
                <c:pt idx="41">
                  <c:v>227.764619573462</c:v>
                </c:pt>
                <c:pt idx="42">
                  <c:v>230.931286240129</c:v>
                </c:pt>
                <c:pt idx="43">
                  <c:v>234.097952906795</c:v>
                </c:pt>
                <c:pt idx="44">
                  <c:v>237.264619573462</c:v>
                </c:pt>
                <c:pt idx="45">
                  <c:v>240.431286240129</c:v>
                </c:pt>
                <c:pt idx="46">
                  <c:v>243.597952906795</c:v>
                </c:pt>
                <c:pt idx="47">
                  <c:v>246.764619573462</c:v>
                </c:pt>
                <c:pt idx="48">
                  <c:v>249.931286240129</c:v>
                </c:pt>
                <c:pt idx="49">
                  <c:v>253.097952906795</c:v>
                </c:pt>
                <c:pt idx="50">
                  <c:v>256.264619573462</c:v>
                </c:pt>
                <c:pt idx="51">
                  <c:v>259.431286240129</c:v>
                </c:pt>
                <c:pt idx="52">
                  <c:v>262.597952906795</c:v>
                </c:pt>
                <c:pt idx="53">
                  <c:v>265.764619573462</c:v>
                </c:pt>
                <c:pt idx="54">
                  <c:v>268.931286240129</c:v>
                </c:pt>
                <c:pt idx="55">
                  <c:v>272.097952906795</c:v>
                </c:pt>
                <c:pt idx="56">
                  <c:v>275.264619573462</c:v>
                </c:pt>
                <c:pt idx="57">
                  <c:v>278.431286240129</c:v>
                </c:pt>
                <c:pt idx="58">
                  <c:v>281.597952906795</c:v>
                </c:pt>
                <c:pt idx="59">
                  <c:v>284.764619573462</c:v>
                </c:pt>
                <c:pt idx="60">
                  <c:v>287.931286240129</c:v>
                </c:pt>
                <c:pt idx="61">
                  <c:v>291.097952906795</c:v>
                </c:pt>
                <c:pt idx="62">
                  <c:v>294.264619573462</c:v>
                </c:pt>
                <c:pt idx="63">
                  <c:v>297.431286240129</c:v>
                </c:pt>
                <c:pt idx="64">
                  <c:v>300.597952906795</c:v>
                </c:pt>
                <c:pt idx="65">
                  <c:v>303.764619573462</c:v>
                </c:pt>
                <c:pt idx="66">
                  <c:v>306.931286240129</c:v>
                </c:pt>
                <c:pt idx="67">
                  <c:v>310.097952906795</c:v>
                </c:pt>
                <c:pt idx="68">
                  <c:v>313.264619573462</c:v>
                </c:pt>
                <c:pt idx="69">
                  <c:v>316.431286240129</c:v>
                </c:pt>
                <c:pt idx="70">
                  <c:v>319.597952906795</c:v>
                </c:pt>
                <c:pt idx="71">
                  <c:v>322.764619573462</c:v>
                </c:pt>
                <c:pt idx="72">
                  <c:v>325.931286240129</c:v>
                </c:pt>
                <c:pt idx="73">
                  <c:v>329.097952906795</c:v>
                </c:pt>
                <c:pt idx="74">
                  <c:v>330.112104736561</c:v>
                </c:pt>
                <c:pt idx="75">
                  <c:v>332.264619573462</c:v>
                </c:pt>
                <c:pt idx="76">
                  <c:v>335.431286240129</c:v>
                </c:pt>
                <c:pt idx="77">
                  <c:v>338.597952906795</c:v>
                </c:pt>
                <c:pt idx="78">
                  <c:v>341.764619573462</c:v>
                </c:pt>
                <c:pt idx="79">
                  <c:v>344.931286240129</c:v>
                </c:pt>
                <c:pt idx="80">
                  <c:v>348.097952906795</c:v>
                </c:pt>
                <c:pt idx="81">
                  <c:v>351.264619573462</c:v>
                </c:pt>
                <c:pt idx="82">
                  <c:v>354.431286240129</c:v>
                </c:pt>
                <c:pt idx="83">
                  <c:v>357.597952906795</c:v>
                </c:pt>
                <c:pt idx="84">
                  <c:v>360.764619573462</c:v>
                </c:pt>
                <c:pt idx="85">
                  <c:v>363.931286240129</c:v>
                </c:pt>
                <c:pt idx="86">
                  <c:v>367.097952906795</c:v>
                </c:pt>
                <c:pt idx="87">
                  <c:v>370.264619573462</c:v>
                </c:pt>
                <c:pt idx="88">
                  <c:v>373.431286240129</c:v>
                </c:pt>
                <c:pt idx="89">
                  <c:v>376.597952906795</c:v>
                </c:pt>
                <c:pt idx="90">
                  <c:v>379.764619573462</c:v>
                </c:pt>
                <c:pt idx="91">
                  <c:v>382.931286240129</c:v>
                </c:pt>
                <c:pt idx="92">
                  <c:v>386.097952906795</c:v>
                </c:pt>
                <c:pt idx="93">
                  <c:v>389.264619573462</c:v>
                </c:pt>
                <c:pt idx="94">
                  <c:v>392.431286240129</c:v>
                </c:pt>
                <c:pt idx="95">
                  <c:v>395.597952906795</c:v>
                </c:pt>
                <c:pt idx="96">
                  <c:v>398.764619573462</c:v>
                </c:pt>
                <c:pt idx="97">
                  <c:v>401.931286240129</c:v>
                </c:pt>
                <c:pt idx="98">
                  <c:v>405.097952906795</c:v>
                </c:pt>
                <c:pt idx="99">
                  <c:v>408.264619573462</c:v>
                </c:pt>
                <c:pt idx="100">
                  <c:v>411.431286240129</c:v>
                </c:pt>
                <c:pt idx="101">
                  <c:v>414.597952906795</c:v>
                </c:pt>
                <c:pt idx="102">
                  <c:v>417.764619573462</c:v>
                </c:pt>
                <c:pt idx="103">
                  <c:v>420.931286240129</c:v>
                </c:pt>
                <c:pt idx="104">
                  <c:v>424.097952906795</c:v>
                </c:pt>
                <c:pt idx="105">
                  <c:v>427.264619573462</c:v>
                </c:pt>
                <c:pt idx="106">
                  <c:v>430.431286240129</c:v>
                </c:pt>
                <c:pt idx="107">
                  <c:v>433.597952906795</c:v>
                </c:pt>
                <c:pt idx="108">
                  <c:v>436.764619573462</c:v>
                </c:pt>
                <c:pt idx="109">
                  <c:v>439.931286240129</c:v>
                </c:pt>
                <c:pt idx="110">
                  <c:v>443.097952906795</c:v>
                </c:pt>
                <c:pt idx="111">
                  <c:v>446.264619573462</c:v>
                </c:pt>
                <c:pt idx="112">
                  <c:v>449.431286240129</c:v>
                </c:pt>
                <c:pt idx="113">
                  <c:v>452.597952906795</c:v>
                </c:pt>
                <c:pt idx="114">
                  <c:v>455.764619573462</c:v>
                </c:pt>
                <c:pt idx="115">
                  <c:v>458.931286240129</c:v>
                </c:pt>
                <c:pt idx="116">
                  <c:v>462.097952906795</c:v>
                </c:pt>
                <c:pt idx="117">
                  <c:v>465.264619573462</c:v>
                </c:pt>
                <c:pt idx="118">
                  <c:v>468.431286240129</c:v>
                </c:pt>
                <c:pt idx="119">
                  <c:v>471.597952906795</c:v>
                </c:pt>
                <c:pt idx="120">
                  <c:v>474.764619573462</c:v>
                </c:pt>
                <c:pt idx="121">
                  <c:v>477.931286240129</c:v>
                </c:pt>
                <c:pt idx="122">
                  <c:v>481.097952906795</c:v>
                </c:pt>
                <c:pt idx="123">
                  <c:v>484.264619573462</c:v>
                </c:pt>
                <c:pt idx="124">
                  <c:v>487.431286240129</c:v>
                </c:pt>
                <c:pt idx="125">
                  <c:v>490.597952906795</c:v>
                </c:pt>
                <c:pt idx="126">
                  <c:v>493.764619573462</c:v>
                </c:pt>
                <c:pt idx="127">
                  <c:v>496.931286240129</c:v>
                </c:pt>
                <c:pt idx="128">
                  <c:v>500.097952906795</c:v>
                </c:pt>
                <c:pt idx="129">
                  <c:v>503.264619573462</c:v>
                </c:pt>
                <c:pt idx="130">
                  <c:v>506.431286240129</c:v>
                </c:pt>
                <c:pt idx="131">
                  <c:v>509.597952906795</c:v>
                </c:pt>
                <c:pt idx="132">
                  <c:v>512.764619573462</c:v>
                </c:pt>
                <c:pt idx="133">
                  <c:v>515.931286240129</c:v>
                </c:pt>
                <c:pt idx="134">
                  <c:v>519.097952906795</c:v>
                </c:pt>
                <c:pt idx="135">
                  <c:v>522.264619573462</c:v>
                </c:pt>
                <c:pt idx="136">
                  <c:v>525.431286240129</c:v>
                </c:pt>
                <c:pt idx="137">
                  <c:v>528.597952906795</c:v>
                </c:pt>
                <c:pt idx="138">
                  <c:v>531.764619573462</c:v>
                </c:pt>
                <c:pt idx="139">
                  <c:v>534.931286240129</c:v>
                </c:pt>
                <c:pt idx="140">
                  <c:v>538.097952906795</c:v>
                </c:pt>
                <c:pt idx="141">
                  <c:v>541.264619573462</c:v>
                </c:pt>
                <c:pt idx="142">
                  <c:v>544.431286240129</c:v>
                </c:pt>
                <c:pt idx="143">
                  <c:v>547.597952906795</c:v>
                </c:pt>
                <c:pt idx="144">
                  <c:v>550.764619573462</c:v>
                </c:pt>
                <c:pt idx="145">
                  <c:v>553.931286240129</c:v>
                </c:pt>
                <c:pt idx="146">
                  <c:v>557.097952906795</c:v>
                </c:pt>
                <c:pt idx="147">
                  <c:v>560.264619573462</c:v>
                </c:pt>
                <c:pt idx="148">
                  <c:v>563.431286240129</c:v>
                </c:pt>
                <c:pt idx="149">
                  <c:v>566.597952906795</c:v>
                </c:pt>
                <c:pt idx="150">
                  <c:v>569.764619573462</c:v>
                </c:pt>
                <c:pt idx="151">
                  <c:v>572.931286240129</c:v>
                </c:pt>
                <c:pt idx="152">
                  <c:v>576.097952906795</c:v>
                </c:pt>
                <c:pt idx="153">
                  <c:v>579.264619573462</c:v>
                </c:pt>
                <c:pt idx="154">
                  <c:v>582.431286240129</c:v>
                </c:pt>
                <c:pt idx="155">
                  <c:v>585.597952906795</c:v>
                </c:pt>
                <c:pt idx="156">
                  <c:v>588.764619573462</c:v>
                </c:pt>
                <c:pt idx="157">
                  <c:v>591.931286240129</c:v>
                </c:pt>
                <c:pt idx="158">
                  <c:v>595.097952906795</c:v>
                </c:pt>
                <c:pt idx="159">
                  <c:v>598.264619573462</c:v>
                </c:pt>
                <c:pt idx="160">
                  <c:v>601.431286240129</c:v>
                </c:pt>
                <c:pt idx="161">
                  <c:v>604.597952906795</c:v>
                </c:pt>
                <c:pt idx="162">
                  <c:v>607.764619573462</c:v>
                </c:pt>
                <c:pt idx="163">
                  <c:v>610.931286240129</c:v>
                </c:pt>
                <c:pt idx="164">
                  <c:v>614.097952906795</c:v>
                </c:pt>
                <c:pt idx="165">
                  <c:v>617.264619573462</c:v>
                </c:pt>
                <c:pt idx="166">
                  <c:v>620.431286240129</c:v>
                </c:pt>
                <c:pt idx="167">
                  <c:v>623.597952906795</c:v>
                </c:pt>
                <c:pt idx="168">
                  <c:v>626.764619573462</c:v>
                </c:pt>
                <c:pt idx="169">
                  <c:v>629.931286240129</c:v>
                </c:pt>
                <c:pt idx="170">
                  <c:v>633.097952906795</c:v>
                </c:pt>
                <c:pt idx="171">
                  <c:v>636.264619573462</c:v>
                </c:pt>
                <c:pt idx="172">
                  <c:v>639.431286240129</c:v>
                </c:pt>
                <c:pt idx="173">
                  <c:v>642.597952906795</c:v>
                </c:pt>
                <c:pt idx="174">
                  <c:v>645.764619573462</c:v>
                </c:pt>
                <c:pt idx="175">
                  <c:v>648.931286240129</c:v>
                </c:pt>
                <c:pt idx="176">
                  <c:v>652.097952906795</c:v>
                </c:pt>
                <c:pt idx="177">
                  <c:v>655.264619573462</c:v>
                </c:pt>
                <c:pt idx="178">
                  <c:v>658.431286240129</c:v>
                </c:pt>
                <c:pt idx="179">
                  <c:v>661.597952906795</c:v>
                </c:pt>
                <c:pt idx="180">
                  <c:v>664.764619573462</c:v>
                </c:pt>
                <c:pt idx="181">
                  <c:v>667.931286240129</c:v>
                </c:pt>
                <c:pt idx="182">
                  <c:v>671.097952906795</c:v>
                </c:pt>
                <c:pt idx="183">
                  <c:v>674.264619573462</c:v>
                </c:pt>
                <c:pt idx="184">
                  <c:v>677.431286240129</c:v>
                </c:pt>
                <c:pt idx="185">
                  <c:v>680.597952906795</c:v>
                </c:pt>
                <c:pt idx="186">
                  <c:v>683.764619573462</c:v>
                </c:pt>
                <c:pt idx="187">
                  <c:v>686.931286240129</c:v>
                </c:pt>
                <c:pt idx="188">
                  <c:v>690.097952906795</c:v>
                </c:pt>
                <c:pt idx="189">
                  <c:v>693.264619573462</c:v>
                </c:pt>
                <c:pt idx="190">
                  <c:v>696.431286240129</c:v>
                </c:pt>
                <c:pt idx="191">
                  <c:v>699.597952906795</c:v>
                </c:pt>
                <c:pt idx="192">
                  <c:v>702.764619573462</c:v>
                </c:pt>
                <c:pt idx="193">
                  <c:v>705.931286240129</c:v>
                </c:pt>
                <c:pt idx="194">
                  <c:v>709.097952906795</c:v>
                </c:pt>
                <c:pt idx="195">
                  <c:v>712.264619573462</c:v>
                </c:pt>
                <c:pt idx="196">
                  <c:v>715.431286240129</c:v>
                </c:pt>
                <c:pt idx="197">
                  <c:v>718.597952906795</c:v>
                </c:pt>
                <c:pt idx="198">
                  <c:v>721.764619573462</c:v>
                </c:pt>
                <c:pt idx="199">
                  <c:v>724.931286240129</c:v>
                </c:pt>
                <c:pt idx="200">
                  <c:v>728.097952906795</c:v>
                </c:pt>
                <c:pt idx="201">
                  <c:v>731.264619573462</c:v>
                </c:pt>
                <c:pt idx="202">
                  <c:v>734.431286240129</c:v>
                </c:pt>
                <c:pt idx="203">
                  <c:v>737.597952906795</c:v>
                </c:pt>
                <c:pt idx="204">
                  <c:v>740.764619573462</c:v>
                </c:pt>
                <c:pt idx="205">
                  <c:v>743.931286240129</c:v>
                </c:pt>
                <c:pt idx="206">
                  <c:v>747.097952906795</c:v>
                </c:pt>
                <c:pt idx="207">
                  <c:v>750.264619573462</c:v>
                </c:pt>
                <c:pt idx="208">
                  <c:v>753.431286240129</c:v>
                </c:pt>
                <c:pt idx="209">
                  <c:v>756.597952906795</c:v>
                </c:pt>
                <c:pt idx="210">
                  <c:v>759.764619573462</c:v>
                </c:pt>
                <c:pt idx="211">
                  <c:v>762.931286240129</c:v>
                </c:pt>
                <c:pt idx="212">
                  <c:v>766.097952906795</c:v>
                </c:pt>
                <c:pt idx="213">
                  <c:v>769.264619573462</c:v>
                </c:pt>
                <c:pt idx="214">
                  <c:v>772.431286240129</c:v>
                </c:pt>
                <c:pt idx="215">
                  <c:v>775.597952906795</c:v>
                </c:pt>
                <c:pt idx="216">
                  <c:v>778.764619573462</c:v>
                </c:pt>
                <c:pt idx="217">
                  <c:v>781.931286240129</c:v>
                </c:pt>
                <c:pt idx="218">
                  <c:v>785.097952906795</c:v>
                </c:pt>
                <c:pt idx="219">
                  <c:v>788.264619573462</c:v>
                </c:pt>
                <c:pt idx="220">
                  <c:v>791.431286240129</c:v>
                </c:pt>
                <c:pt idx="221">
                  <c:v>794.597952906795</c:v>
                </c:pt>
                <c:pt idx="222">
                  <c:v>797.764619573462</c:v>
                </c:pt>
                <c:pt idx="223">
                  <c:v>800.931286240129</c:v>
                </c:pt>
                <c:pt idx="224">
                  <c:v>804.097952906795</c:v>
                </c:pt>
                <c:pt idx="225">
                  <c:v>807.264619573462</c:v>
                </c:pt>
                <c:pt idx="226">
                  <c:v>810.431286240129</c:v>
                </c:pt>
                <c:pt idx="227">
                  <c:v>813.597952906795</c:v>
                </c:pt>
                <c:pt idx="228">
                  <c:v>816.764619573462</c:v>
                </c:pt>
                <c:pt idx="229">
                  <c:v>819.931286240129</c:v>
                </c:pt>
                <c:pt idx="230">
                  <c:v>823.097952906795</c:v>
                </c:pt>
                <c:pt idx="231">
                  <c:v>826.264619573462</c:v>
                </c:pt>
                <c:pt idx="232">
                  <c:v>829.431286240129</c:v>
                </c:pt>
                <c:pt idx="233">
                  <c:v>832.597952906795</c:v>
                </c:pt>
                <c:pt idx="234">
                  <c:v>835.764619573462</c:v>
                </c:pt>
                <c:pt idx="235">
                  <c:v>838.931286240129</c:v>
                </c:pt>
                <c:pt idx="236">
                  <c:v>842.097952906795</c:v>
                </c:pt>
                <c:pt idx="237">
                  <c:v>845.264619573462</c:v>
                </c:pt>
                <c:pt idx="238">
                  <c:v>848.431286240129</c:v>
                </c:pt>
                <c:pt idx="239">
                  <c:v>851.597952906795</c:v>
                </c:pt>
                <c:pt idx="240">
                  <c:v>854.764619573462</c:v>
                </c:pt>
                <c:pt idx="241">
                  <c:v>857.931286240129</c:v>
                </c:pt>
                <c:pt idx="242">
                  <c:v>861.097952906795</c:v>
                </c:pt>
                <c:pt idx="243">
                  <c:v>864.264619573462</c:v>
                </c:pt>
                <c:pt idx="244">
                  <c:v>867.431286240129</c:v>
                </c:pt>
                <c:pt idx="245">
                  <c:v>870.597952906795</c:v>
                </c:pt>
                <c:pt idx="246">
                  <c:v>873.764619573462</c:v>
                </c:pt>
                <c:pt idx="247">
                  <c:v>876.931286240129</c:v>
                </c:pt>
                <c:pt idx="248">
                  <c:v>880.097952906795</c:v>
                </c:pt>
                <c:pt idx="249">
                  <c:v>883.264619573462</c:v>
                </c:pt>
                <c:pt idx="250">
                  <c:v>886.431286240129</c:v>
                </c:pt>
                <c:pt idx="251">
                  <c:v>889.597952906795</c:v>
                </c:pt>
                <c:pt idx="252">
                  <c:v>892.764619573462</c:v>
                </c:pt>
                <c:pt idx="253">
                  <c:v>895.931286240129</c:v>
                </c:pt>
                <c:pt idx="254">
                  <c:v>899.097952906795</c:v>
                </c:pt>
                <c:pt idx="255">
                  <c:v>902.264619573462</c:v>
                </c:pt>
                <c:pt idx="256">
                  <c:v>905.431286240129</c:v>
                </c:pt>
                <c:pt idx="257">
                  <c:v>908.597952906795</c:v>
                </c:pt>
                <c:pt idx="258">
                  <c:v>911.764619573462</c:v>
                </c:pt>
                <c:pt idx="259">
                  <c:v>914.931286240129</c:v>
                </c:pt>
                <c:pt idx="260">
                  <c:v>918.097952906795</c:v>
                </c:pt>
                <c:pt idx="261">
                  <c:v>921.264619573462</c:v>
                </c:pt>
                <c:pt idx="262">
                  <c:v>924.431286240129</c:v>
                </c:pt>
                <c:pt idx="263">
                  <c:v>927.597952906795</c:v>
                </c:pt>
                <c:pt idx="264">
                  <c:v>930.764619573462</c:v>
                </c:pt>
                <c:pt idx="265">
                  <c:v>933.931286240129</c:v>
                </c:pt>
                <c:pt idx="266">
                  <c:v>937.097952906795</c:v>
                </c:pt>
                <c:pt idx="267">
                  <c:v>940.264619573462</c:v>
                </c:pt>
                <c:pt idx="268">
                  <c:v>943.431286240129</c:v>
                </c:pt>
                <c:pt idx="269">
                  <c:v>946.597952906795</c:v>
                </c:pt>
                <c:pt idx="270">
                  <c:v>949.764619573462</c:v>
                </c:pt>
                <c:pt idx="271">
                  <c:v>952.931286240129</c:v>
                </c:pt>
                <c:pt idx="272">
                  <c:v>956.097952906795</c:v>
                </c:pt>
                <c:pt idx="273">
                  <c:v>959.264619573462</c:v>
                </c:pt>
                <c:pt idx="274">
                  <c:v>962.431286240129</c:v>
                </c:pt>
                <c:pt idx="275">
                  <c:v>965.597952906795</c:v>
                </c:pt>
                <c:pt idx="276">
                  <c:v>968.764619573462</c:v>
                </c:pt>
                <c:pt idx="277">
                  <c:v>971.931286240129</c:v>
                </c:pt>
                <c:pt idx="278">
                  <c:v>975.097952906795</c:v>
                </c:pt>
                <c:pt idx="279">
                  <c:v>978.264619573462</c:v>
                </c:pt>
                <c:pt idx="280">
                  <c:v>981.431286240129</c:v>
                </c:pt>
                <c:pt idx="281">
                  <c:v>984.597952906795</c:v>
                </c:pt>
                <c:pt idx="282">
                  <c:v>987.764619573462</c:v>
                </c:pt>
                <c:pt idx="283">
                  <c:v>990.931286240129</c:v>
                </c:pt>
                <c:pt idx="284">
                  <c:v>994.097952906795</c:v>
                </c:pt>
                <c:pt idx="285">
                  <c:v>997.264619573462</c:v>
                </c:pt>
                <c:pt idx="286">
                  <c:v>1000.43128624012</c:v>
                </c:pt>
                <c:pt idx="287">
                  <c:v>1003.59795290679</c:v>
                </c:pt>
                <c:pt idx="288">
                  <c:v>1006.76461957346</c:v>
                </c:pt>
                <c:pt idx="289">
                  <c:v>1009.93128624012</c:v>
                </c:pt>
                <c:pt idx="290">
                  <c:v>1013.09795290679</c:v>
                </c:pt>
                <c:pt idx="291">
                  <c:v>1016.26461957346</c:v>
                </c:pt>
                <c:pt idx="292">
                  <c:v>1019.43128624012</c:v>
                </c:pt>
                <c:pt idx="293">
                  <c:v>1022.59795290679</c:v>
                </c:pt>
                <c:pt idx="294">
                  <c:v>1025.76461957346</c:v>
                </c:pt>
                <c:pt idx="295">
                  <c:v>1028.93128624012</c:v>
                </c:pt>
                <c:pt idx="296">
                  <c:v>1032.09795290679</c:v>
                </c:pt>
                <c:pt idx="297">
                  <c:v>1035.26461957346</c:v>
                </c:pt>
                <c:pt idx="298">
                  <c:v>1038.43128624012</c:v>
                </c:pt>
                <c:pt idx="299">
                  <c:v>1041.59795290679</c:v>
                </c:pt>
                <c:pt idx="300">
                  <c:v>1044.76461957346</c:v>
                </c:pt>
                <c:pt idx="301">
                  <c:v>1047.93128624012</c:v>
                </c:pt>
              </c:numCache>
            </c:numRef>
          </c:yVal>
          <c:smooth val="1"/>
        </c:ser>
        <c:ser>
          <c:idx val="1"/>
          <c:order val="2"/>
          <c:tx>
            <c:strRef>
              <c:f>"另一个线"</c:f>
              <c:strCache>
                <c:ptCount val="1"/>
                <c:pt idx="0">
                  <c:v>另一个线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/>
            <a:sp3d contourW="34925"/>
          </c:spPr>
          <c:marker>
            <c:symbol val="none"/>
          </c:marker>
          <c:dLbls>
            <c:delete val="1"/>
          </c:dLbls>
          <c:xVal>
            <c:numRef>
              <c:f>[F06a.xlsx]d!$A$2:$A$303</c:f>
              <c:numCache>
                <c:formatCode>General</c:formatCode>
                <c:ptCount val="302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183.300646181393</c:v>
                </c:pt>
                <c:pt idx="75">
                  <c:v>185</c:v>
                </c:pt>
                <c:pt idx="76">
                  <c:v>187.5</c:v>
                </c:pt>
                <c:pt idx="77">
                  <c:v>190</c:v>
                </c:pt>
                <c:pt idx="78">
                  <c:v>192.5</c:v>
                </c:pt>
                <c:pt idx="79">
                  <c:v>195</c:v>
                </c:pt>
                <c:pt idx="80">
                  <c:v>197.5</c:v>
                </c:pt>
                <c:pt idx="81">
                  <c:v>200</c:v>
                </c:pt>
                <c:pt idx="82">
                  <c:v>202.5</c:v>
                </c:pt>
                <c:pt idx="83">
                  <c:v>205</c:v>
                </c:pt>
                <c:pt idx="84">
                  <c:v>207.5</c:v>
                </c:pt>
                <c:pt idx="85">
                  <c:v>210</c:v>
                </c:pt>
                <c:pt idx="86">
                  <c:v>212.5</c:v>
                </c:pt>
                <c:pt idx="87">
                  <c:v>215</c:v>
                </c:pt>
                <c:pt idx="88">
                  <c:v>217.5</c:v>
                </c:pt>
                <c:pt idx="89">
                  <c:v>220</c:v>
                </c:pt>
                <c:pt idx="90">
                  <c:v>222.5</c:v>
                </c:pt>
                <c:pt idx="91">
                  <c:v>225</c:v>
                </c:pt>
                <c:pt idx="92">
                  <c:v>227.5</c:v>
                </c:pt>
                <c:pt idx="93">
                  <c:v>230</c:v>
                </c:pt>
                <c:pt idx="94">
                  <c:v>232.5</c:v>
                </c:pt>
                <c:pt idx="95">
                  <c:v>235</c:v>
                </c:pt>
                <c:pt idx="96">
                  <c:v>237.5</c:v>
                </c:pt>
                <c:pt idx="97">
                  <c:v>240</c:v>
                </c:pt>
                <c:pt idx="98">
                  <c:v>242.5</c:v>
                </c:pt>
                <c:pt idx="99">
                  <c:v>245</c:v>
                </c:pt>
                <c:pt idx="100">
                  <c:v>247.5</c:v>
                </c:pt>
                <c:pt idx="101">
                  <c:v>250</c:v>
                </c:pt>
                <c:pt idx="102">
                  <c:v>252.5</c:v>
                </c:pt>
                <c:pt idx="103">
                  <c:v>255</c:v>
                </c:pt>
                <c:pt idx="104">
                  <c:v>257.5</c:v>
                </c:pt>
                <c:pt idx="105">
                  <c:v>260</c:v>
                </c:pt>
                <c:pt idx="106">
                  <c:v>262.5</c:v>
                </c:pt>
                <c:pt idx="107">
                  <c:v>265</c:v>
                </c:pt>
                <c:pt idx="108">
                  <c:v>267.5</c:v>
                </c:pt>
                <c:pt idx="109">
                  <c:v>270</c:v>
                </c:pt>
                <c:pt idx="110">
                  <c:v>272.5</c:v>
                </c:pt>
                <c:pt idx="111">
                  <c:v>275</c:v>
                </c:pt>
                <c:pt idx="112">
                  <c:v>277.5</c:v>
                </c:pt>
                <c:pt idx="113">
                  <c:v>280</c:v>
                </c:pt>
                <c:pt idx="114">
                  <c:v>282.5</c:v>
                </c:pt>
                <c:pt idx="115">
                  <c:v>285</c:v>
                </c:pt>
                <c:pt idx="116">
                  <c:v>287.5</c:v>
                </c:pt>
                <c:pt idx="117">
                  <c:v>290</c:v>
                </c:pt>
                <c:pt idx="118">
                  <c:v>292.5</c:v>
                </c:pt>
                <c:pt idx="119">
                  <c:v>295</c:v>
                </c:pt>
                <c:pt idx="120">
                  <c:v>297.5</c:v>
                </c:pt>
                <c:pt idx="121">
                  <c:v>300</c:v>
                </c:pt>
                <c:pt idx="122">
                  <c:v>302.5</c:v>
                </c:pt>
                <c:pt idx="123">
                  <c:v>305</c:v>
                </c:pt>
                <c:pt idx="124">
                  <c:v>307.5</c:v>
                </c:pt>
                <c:pt idx="125">
                  <c:v>310</c:v>
                </c:pt>
                <c:pt idx="126">
                  <c:v>312.5</c:v>
                </c:pt>
                <c:pt idx="127">
                  <c:v>315</c:v>
                </c:pt>
                <c:pt idx="128">
                  <c:v>317.5</c:v>
                </c:pt>
                <c:pt idx="129">
                  <c:v>320</c:v>
                </c:pt>
                <c:pt idx="130">
                  <c:v>322.5</c:v>
                </c:pt>
                <c:pt idx="131">
                  <c:v>325</c:v>
                </c:pt>
                <c:pt idx="132">
                  <c:v>327.5</c:v>
                </c:pt>
                <c:pt idx="133">
                  <c:v>330</c:v>
                </c:pt>
                <c:pt idx="134">
                  <c:v>332.5</c:v>
                </c:pt>
                <c:pt idx="135">
                  <c:v>335</c:v>
                </c:pt>
                <c:pt idx="136">
                  <c:v>337.5</c:v>
                </c:pt>
                <c:pt idx="137">
                  <c:v>340</c:v>
                </c:pt>
                <c:pt idx="138">
                  <c:v>342.5</c:v>
                </c:pt>
                <c:pt idx="139">
                  <c:v>345</c:v>
                </c:pt>
                <c:pt idx="140">
                  <c:v>347.5</c:v>
                </c:pt>
                <c:pt idx="141">
                  <c:v>350</c:v>
                </c:pt>
                <c:pt idx="142">
                  <c:v>352.5</c:v>
                </c:pt>
                <c:pt idx="143">
                  <c:v>355</c:v>
                </c:pt>
                <c:pt idx="144">
                  <c:v>357.5</c:v>
                </c:pt>
                <c:pt idx="145">
                  <c:v>360</c:v>
                </c:pt>
                <c:pt idx="146">
                  <c:v>362.5</c:v>
                </c:pt>
                <c:pt idx="147">
                  <c:v>365</c:v>
                </c:pt>
                <c:pt idx="148">
                  <c:v>367.5</c:v>
                </c:pt>
                <c:pt idx="149">
                  <c:v>370</c:v>
                </c:pt>
                <c:pt idx="150">
                  <c:v>372.5</c:v>
                </c:pt>
                <c:pt idx="151">
                  <c:v>375</c:v>
                </c:pt>
                <c:pt idx="152">
                  <c:v>377.5</c:v>
                </c:pt>
                <c:pt idx="153">
                  <c:v>380</c:v>
                </c:pt>
                <c:pt idx="154">
                  <c:v>382.5</c:v>
                </c:pt>
                <c:pt idx="155">
                  <c:v>385</c:v>
                </c:pt>
                <c:pt idx="156">
                  <c:v>387.5</c:v>
                </c:pt>
                <c:pt idx="157">
                  <c:v>390</c:v>
                </c:pt>
                <c:pt idx="158">
                  <c:v>392.5</c:v>
                </c:pt>
                <c:pt idx="159">
                  <c:v>395</c:v>
                </c:pt>
                <c:pt idx="160">
                  <c:v>397.5</c:v>
                </c:pt>
                <c:pt idx="161">
                  <c:v>400</c:v>
                </c:pt>
                <c:pt idx="162">
                  <c:v>402.5</c:v>
                </c:pt>
                <c:pt idx="163">
                  <c:v>405</c:v>
                </c:pt>
                <c:pt idx="164">
                  <c:v>407.5</c:v>
                </c:pt>
                <c:pt idx="165">
                  <c:v>410</c:v>
                </c:pt>
                <c:pt idx="166">
                  <c:v>412.5</c:v>
                </c:pt>
                <c:pt idx="167">
                  <c:v>415</c:v>
                </c:pt>
                <c:pt idx="168">
                  <c:v>417.5</c:v>
                </c:pt>
                <c:pt idx="169">
                  <c:v>420</c:v>
                </c:pt>
                <c:pt idx="170">
                  <c:v>422.5</c:v>
                </c:pt>
                <c:pt idx="171">
                  <c:v>425</c:v>
                </c:pt>
                <c:pt idx="172">
                  <c:v>427.5</c:v>
                </c:pt>
                <c:pt idx="173">
                  <c:v>430</c:v>
                </c:pt>
                <c:pt idx="174">
                  <c:v>432.5</c:v>
                </c:pt>
                <c:pt idx="175">
                  <c:v>435</c:v>
                </c:pt>
                <c:pt idx="176">
                  <c:v>437.5</c:v>
                </c:pt>
                <c:pt idx="177">
                  <c:v>440</c:v>
                </c:pt>
                <c:pt idx="178">
                  <c:v>442.5</c:v>
                </c:pt>
                <c:pt idx="179">
                  <c:v>445</c:v>
                </c:pt>
                <c:pt idx="180">
                  <c:v>447.5</c:v>
                </c:pt>
                <c:pt idx="181">
                  <c:v>450</c:v>
                </c:pt>
                <c:pt idx="182">
                  <c:v>452.5</c:v>
                </c:pt>
                <c:pt idx="183">
                  <c:v>455</c:v>
                </c:pt>
                <c:pt idx="184">
                  <c:v>457.5</c:v>
                </c:pt>
                <c:pt idx="185">
                  <c:v>460</c:v>
                </c:pt>
                <c:pt idx="186">
                  <c:v>462.5</c:v>
                </c:pt>
                <c:pt idx="187">
                  <c:v>465</c:v>
                </c:pt>
                <c:pt idx="188">
                  <c:v>467.5</c:v>
                </c:pt>
                <c:pt idx="189">
                  <c:v>470</c:v>
                </c:pt>
                <c:pt idx="190">
                  <c:v>472.5</c:v>
                </c:pt>
                <c:pt idx="191">
                  <c:v>475</c:v>
                </c:pt>
                <c:pt idx="192">
                  <c:v>477.5</c:v>
                </c:pt>
                <c:pt idx="193">
                  <c:v>480</c:v>
                </c:pt>
                <c:pt idx="194">
                  <c:v>482.5</c:v>
                </c:pt>
                <c:pt idx="195">
                  <c:v>485</c:v>
                </c:pt>
                <c:pt idx="196">
                  <c:v>487.5</c:v>
                </c:pt>
                <c:pt idx="197">
                  <c:v>490</c:v>
                </c:pt>
                <c:pt idx="198">
                  <c:v>492.5</c:v>
                </c:pt>
                <c:pt idx="199">
                  <c:v>495</c:v>
                </c:pt>
                <c:pt idx="200">
                  <c:v>497.5</c:v>
                </c:pt>
                <c:pt idx="201">
                  <c:v>500</c:v>
                </c:pt>
                <c:pt idx="202">
                  <c:v>502.5</c:v>
                </c:pt>
                <c:pt idx="203">
                  <c:v>505</c:v>
                </c:pt>
                <c:pt idx="204">
                  <c:v>507.5</c:v>
                </c:pt>
                <c:pt idx="205">
                  <c:v>510</c:v>
                </c:pt>
                <c:pt idx="206">
                  <c:v>512.5</c:v>
                </c:pt>
                <c:pt idx="207">
                  <c:v>515</c:v>
                </c:pt>
                <c:pt idx="208">
                  <c:v>517.5</c:v>
                </c:pt>
                <c:pt idx="209">
                  <c:v>520</c:v>
                </c:pt>
                <c:pt idx="210">
                  <c:v>522.5</c:v>
                </c:pt>
                <c:pt idx="211">
                  <c:v>525</c:v>
                </c:pt>
                <c:pt idx="212">
                  <c:v>527.5</c:v>
                </c:pt>
                <c:pt idx="213">
                  <c:v>530</c:v>
                </c:pt>
                <c:pt idx="214">
                  <c:v>532.5</c:v>
                </c:pt>
                <c:pt idx="215">
                  <c:v>535</c:v>
                </c:pt>
                <c:pt idx="216">
                  <c:v>537.5</c:v>
                </c:pt>
                <c:pt idx="217">
                  <c:v>540</c:v>
                </c:pt>
                <c:pt idx="218">
                  <c:v>542.5</c:v>
                </c:pt>
                <c:pt idx="219">
                  <c:v>545</c:v>
                </c:pt>
                <c:pt idx="220">
                  <c:v>547.5</c:v>
                </c:pt>
                <c:pt idx="221">
                  <c:v>550</c:v>
                </c:pt>
                <c:pt idx="222">
                  <c:v>552.5</c:v>
                </c:pt>
                <c:pt idx="223">
                  <c:v>555</c:v>
                </c:pt>
                <c:pt idx="224">
                  <c:v>557.5</c:v>
                </c:pt>
                <c:pt idx="225">
                  <c:v>560</c:v>
                </c:pt>
                <c:pt idx="226">
                  <c:v>562.5</c:v>
                </c:pt>
                <c:pt idx="227">
                  <c:v>565</c:v>
                </c:pt>
                <c:pt idx="228">
                  <c:v>567.5</c:v>
                </c:pt>
                <c:pt idx="229">
                  <c:v>570</c:v>
                </c:pt>
                <c:pt idx="230">
                  <c:v>572.5</c:v>
                </c:pt>
                <c:pt idx="231">
                  <c:v>575</c:v>
                </c:pt>
                <c:pt idx="232">
                  <c:v>577.5</c:v>
                </c:pt>
                <c:pt idx="233">
                  <c:v>580</c:v>
                </c:pt>
                <c:pt idx="234">
                  <c:v>582.5</c:v>
                </c:pt>
                <c:pt idx="235">
                  <c:v>585</c:v>
                </c:pt>
                <c:pt idx="236">
                  <c:v>587.5</c:v>
                </c:pt>
                <c:pt idx="237">
                  <c:v>590</c:v>
                </c:pt>
                <c:pt idx="238">
                  <c:v>592.5</c:v>
                </c:pt>
                <c:pt idx="239">
                  <c:v>595</c:v>
                </c:pt>
                <c:pt idx="240">
                  <c:v>597.5</c:v>
                </c:pt>
                <c:pt idx="241">
                  <c:v>600</c:v>
                </c:pt>
                <c:pt idx="242">
                  <c:v>602.5</c:v>
                </c:pt>
                <c:pt idx="243">
                  <c:v>605</c:v>
                </c:pt>
                <c:pt idx="244">
                  <c:v>607.5</c:v>
                </c:pt>
                <c:pt idx="245">
                  <c:v>610</c:v>
                </c:pt>
                <c:pt idx="246">
                  <c:v>612.5</c:v>
                </c:pt>
                <c:pt idx="247">
                  <c:v>615</c:v>
                </c:pt>
                <c:pt idx="248">
                  <c:v>617.5</c:v>
                </c:pt>
                <c:pt idx="249">
                  <c:v>620</c:v>
                </c:pt>
                <c:pt idx="250">
                  <c:v>622.5</c:v>
                </c:pt>
                <c:pt idx="251">
                  <c:v>625</c:v>
                </c:pt>
                <c:pt idx="252">
                  <c:v>627.5</c:v>
                </c:pt>
                <c:pt idx="253">
                  <c:v>630</c:v>
                </c:pt>
                <c:pt idx="254">
                  <c:v>632.5</c:v>
                </c:pt>
                <c:pt idx="255">
                  <c:v>635</c:v>
                </c:pt>
                <c:pt idx="256">
                  <c:v>637.5</c:v>
                </c:pt>
                <c:pt idx="257">
                  <c:v>640</c:v>
                </c:pt>
                <c:pt idx="258">
                  <c:v>642.5</c:v>
                </c:pt>
                <c:pt idx="259">
                  <c:v>645</c:v>
                </c:pt>
                <c:pt idx="260">
                  <c:v>647.5</c:v>
                </c:pt>
                <c:pt idx="261">
                  <c:v>650</c:v>
                </c:pt>
                <c:pt idx="262">
                  <c:v>652.5</c:v>
                </c:pt>
                <c:pt idx="263">
                  <c:v>655</c:v>
                </c:pt>
                <c:pt idx="264">
                  <c:v>657.5</c:v>
                </c:pt>
                <c:pt idx="265">
                  <c:v>660</c:v>
                </c:pt>
                <c:pt idx="266">
                  <c:v>662.5</c:v>
                </c:pt>
                <c:pt idx="267">
                  <c:v>665</c:v>
                </c:pt>
                <c:pt idx="268">
                  <c:v>667.5</c:v>
                </c:pt>
                <c:pt idx="269">
                  <c:v>670</c:v>
                </c:pt>
                <c:pt idx="270">
                  <c:v>672.5</c:v>
                </c:pt>
                <c:pt idx="271">
                  <c:v>675</c:v>
                </c:pt>
                <c:pt idx="272">
                  <c:v>677.5</c:v>
                </c:pt>
                <c:pt idx="273">
                  <c:v>680</c:v>
                </c:pt>
                <c:pt idx="274">
                  <c:v>682.5</c:v>
                </c:pt>
                <c:pt idx="275">
                  <c:v>685</c:v>
                </c:pt>
                <c:pt idx="276">
                  <c:v>687.5</c:v>
                </c:pt>
                <c:pt idx="277">
                  <c:v>690</c:v>
                </c:pt>
                <c:pt idx="278">
                  <c:v>692.5</c:v>
                </c:pt>
                <c:pt idx="279">
                  <c:v>695</c:v>
                </c:pt>
                <c:pt idx="280">
                  <c:v>697.5</c:v>
                </c:pt>
                <c:pt idx="281">
                  <c:v>700</c:v>
                </c:pt>
                <c:pt idx="282">
                  <c:v>702.5</c:v>
                </c:pt>
                <c:pt idx="283">
                  <c:v>705</c:v>
                </c:pt>
                <c:pt idx="284">
                  <c:v>707.5</c:v>
                </c:pt>
                <c:pt idx="285">
                  <c:v>710</c:v>
                </c:pt>
                <c:pt idx="286">
                  <c:v>712.5</c:v>
                </c:pt>
                <c:pt idx="287">
                  <c:v>715</c:v>
                </c:pt>
                <c:pt idx="288">
                  <c:v>717.5</c:v>
                </c:pt>
                <c:pt idx="289">
                  <c:v>720</c:v>
                </c:pt>
                <c:pt idx="290">
                  <c:v>722.5</c:v>
                </c:pt>
                <c:pt idx="291">
                  <c:v>725</c:v>
                </c:pt>
                <c:pt idx="292">
                  <c:v>727.5</c:v>
                </c:pt>
                <c:pt idx="293">
                  <c:v>730</c:v>
                </c:pt>
                <c:pt idx="294">
                  <c:v>732.5</c:v>
                </c:pt>
                <c:pt idx="295">
                  <c:v>735</c:v>
                </c:pt>
                <c:pt idx="296">
                  <c:v>737.5</c:v>
                </c:pt>
                <c:pt idx="297">
                  <c:v>740</c:v>
                </c:pt>
                <c:pt idx="298">
                  <c:v>742.5</c:v>
                </c:pt>
                <c:pt idx="299">
                  <c:v>745</c:v>
                </c:pt>
                <c:pt idx="300">
                  <c:v>747.5</c:v>
                </c:pt>
                <c:pt idx="301">
                  <c:v>750</c:v>
                </c:pt>
              </c:numCache>
            </c:numRef>
          </c:xVal>
          <c:yVal>
            <c:numRef>
              <c:f>[F06a.xlsx]d!$C$2:$C$303</c:f>
              <c:numCache>
                <c:formatCode>General</c:formatCode>
                <c:ptCount val="302"/>
                <c:pt idx="0">
                  <c:v>330.112104736561</c:v>
                </c:pt>
                <c:pt idx="1">
                  <c:v>330.112104736561</c:v>
                </c:pt>
                <c:pt idx="2">
                  <c:v>330.112104736561</c:v>
                </c:pt>
                <c:pt idx="3">
                  <c:v>330.112104736561</c:v>
                </c:pt>
                <c:pt idx="4">
                  <c:v>330.112104736561</c:v>
                </c:pt>
                <c:pt idx="5">
                  <c:v>330.112104736561</c:v>
                </c:pt>
                <c:pt idx="6">
                  <c:v>330.112104736561</c:v>
                </c:pt>
                <c:pt idx="7">
                  <c:v>330.112104736561</c:v>
                </c:pt>
                <c:pt idx="8">
                  <c:v>330.112104736561</c:v>
                </c:pt>
                <c:pt idx="9">
                  <c:v>330.112104736561</c:v>
                </c:pt>
                <c:pt idx="10">
                  <c:v>330.112104736561</c:v>
                </c:pt>
                <c:pt idx="11">
                  <c:v>330.112104736561</c:v>
                </c:pt>
                <c:pt idx="12">
                  <c:v>330.112104736561</c:v>
                </c:pt>
                <c:pt idx="13">
                  <c:v>330.112104736561</c:v>
                </c:pt>
                <c:pt idx="14">
                  <c:v>330.112104736561</c:v>
                </c:pt>
                <c:pt idx="15">
                  <c:v>330.112104736561</c:v>
                </c:pt>
                <c:pt idx="16">
                  <c:v>330.112104736561</c:v>
                </c:pt>
                <c:pt idx="17">
                  <c:v>330.112104736561</c:v>
                </c:pt>
                <c:pt idx="18">
                  <c:v>330.112104736561</c:v>
                </c:pt>
                <c:pt idx="19">
                  <c:v>330.112104736561</c:v>
                </c:pt>
                <c:pt idx="20">
                  <c:v>330.112104736561</c:v>
                </c:pt>
                <c:pt idx="21">
                  <c:v>330.112104736561</c:v>
                </c:pt>
                <c:pt idx="22">
                  <c:v>330.112104736561</c:v>
                </c:pt>
                <c:pt idx="23">
                  <c:v>330.112104736561</c:v>
                </c:pt>
                <c:pt idx="24">
                  <c:v>330.112104736561</c:v>
                </c:pt>
                <c:pt idx="25">
                  <c:v>330.112104736561</c:v>
                </c:pt>
                <c:pt idx="26">
                  <c:v>330.112104736561</c:v>
                </c:pt>
                <c:pt idx="27">
                  <c:v>330.112104736561</c:v>
                </c:pt>
                <c:pt idx="28">
                  <c:v>330.112104736561</c:v>
                </c:pt>
                <c:pt idx="29">
                  <c:v>330.112104736561</c:v>
                </c:pt>
                <c:pt idx="30">
                  <c:v>330.112104736561</c:v>
                </c:pt>
                <c:pt idx="31">
                  <c:v>330.112104736561</c:v>
                </c:pt>
                <c:pt idx="32">
                  <c:v>330.112104736561</c:v>
                </c:pt>
                <c:pt idx="33">
                  <c:v>330.112104736561</c:v>
                </c:pt>
                <c:pt idx="34">
                  <c:v>330.112104736561</c:v>
                </c:pt>
                <c:pt idx="35">
                  <c:v>330.112104736561</c:v>
                </c:pt>
                <c:pt idx="36">
                  <c:v>330.112104736561</c:v>
                </c:pt>
                <c:pt idx="37">
                  <c:v>330.112104736561</c:v>
                </c:pt>
                <c:pt idx="38">
                  <c:v>330.112104736561</c:v>
                </c:pt>
                <c:pt idx="39">
                  <c:v>330.112104736561</c:v>
                </c:pt>
                <c:pt idx="40">
                  <c:v>330.112104736561</c:v>
                </c:pt>
                <c:pt idx="41">
                  <c:v>330.112104736561</c:v>
                </c:pt>
                <c:pt idx="42">
                  <c:v>330.112104736561</c:v>
                </c:pt>
                <c:pt idx="43">
                  <c:v>330.112104736561</c:v>
                </c:pt>
                <c:pt idx="44">
                  <c:v>330.112104736561</c:v>
                </c:pt>
                <c:pt idx="45">
                  <c:v>330.112104736561</c:v>
                </c:pt>
                <c:pt idx="46">
                  <c:v>330.112104736561</c:v>
                </c:pt>
                <c:pt idx="47">
                  <c:v>330.112104736561</c:v>
                </c:pt>
                <c:pt idx="48">
                  <c:v>330.112104736561</c:v>
                </c:pt>
                <c:pt idx="49">
                  <c:v>330.112104736561</c:v>
                </c:pt>
                <c:pt idx="50">
                  <c:v>330.112104736561</c:v>
                </c:pt>
                <c:pt idx="51">
                  <c:v>330.112104736561</c:v>
                </c:pt>
                <c:pt idx="52">
                  <c:v>330.112104736561</c:v>
                </c:pt>
                <c:pt idx="53">
                  <c:v>330.112104736561</c:v>
                </c:pt>
                <c:pt idx="54">
                  <c:v>330.112104736561</c:v>
                </c:pt>
                <c:pt idx="55">
                  <c:v>330.112104736561</c:v>
                </c:pt>
                <c:pt idx="56">
                  <c:v>330.112104736561</c:v>
                </c:pt>
                <c:pt idx="57">
                  <c:v>330.112104736561</c:v>
                </c:pt>
                <c:pt idx="58">
                  <c:v>330.112104736561</c:v>
                </c:pt>
                <c:pt idx="59">
                  <c:v>330.112104736561</c:v>
                </c:pt>
                <c:pt idx="60">
                  <c:v>330.112104736561</c:v>
                </c:pt>
                <c:pt idx="61">
                  <c:v>330.112104736561</c:v>
                </c:pt>
                <c:pt idx="62">
                  <c:v>330.112104736561</c:v>
                </c:pt>
                <c:pt idx="63">
                  <c:v>330.112104736561</c:v>
                </c:pt>
                <c:pt idx="64">
                  <c:v>330.112104736561</c:v>
                </c:pt>
                <c:pt idx="65">
                  <c:v>330.112104736561</c:v>
                </c:pt>
                <c:pt idx="66">
                  <c:v>330.112104736561</c:v>
                </c:pt>
                <c:pt idx="67">
                  <c:v>330.112104736561</c:v>
                </c:pt>
                <c:pt idx="68">
                  <c:v>330.112104736561</c:v>
                </c:pt>
                <c:pt idx="69">
                  <c:v>330.112104736561</c:v>
                </c:pt>
                <c:pt idx="70">
                  <c:v>330.112104736561</c:v>
                </c:pt>
                <c:pt idx="71">
                  <c:v>330.112104736561</c:v>
                </c:pt>
                <c:pt idx="72">
                  <c:v>330.112104736561</c:v>
                </c:pt>
                <c:pt idx="73">
                  <c:v>330.112104736561</c:v>
                </c:pt>
                <c:pt idx="74">
                  <c:v>330.112104736561</c:v>
                </c:pt>
                <c:pt idx="75">
                  <c:v>332.264619573462</c:v>
                </c:pt>
                <c:pt idx="76">
                  <c:v>335.431286240129</c:v>
                </c:pt>
                <c:pt idx="77">
                  <c:v>338.597952906795</c:v>
                </c:pt>
                <c:pt idx="78">
                  <c:v>341.764619573462</c:v>
                </c:pt>
                <c:pt idx="79">
                  <c:v>344.931286240129</c:v>
                </c:pt>
                <c:pt idx="80">
                  <c:v>348.097952906795</c:v>
                </c:pt>
                <c:pt idx="81">
                  <c:v>351.264619573462</c:v>
                </c:pt>
                <c:pt idx="82">
                  <c:v>354.431286240129</c:v>
                </c:pt>
                <c:pt idx="83">
                  <c:v>357.597952906795</c:v>
                </c:pt>
                <c:pt idx="84">
                  <c:v>360.764619573462</c:v>
                </c:pt>
                <c:pt idx="85">
                  <c:v>363.931286240129</c:v>
                </c:pt>
                <c:pt idx="86">
                  <c:v>367.097952906795</c:v>
                </c:pt>
                <c:pt idx="87">
                  <c:v>370.264619573462</c:v>
                </c:pt>
                <c:pt idx="88">
                  <c:v>373.431286240129</c:v>
                </c:pt>
                <c:pt idx="89">
                  <c:v>376.597952906795</c:v>
                </c:pt>
                <c:pt idx="90">
                  <c:v>379.764619573462</c:v>
                </c:pt>
                <c:pt idx="91">
                  <c:v>382.931286240129</c:v>
                </c:pt>
                <c:pt idx="92">
                  <c:v>386.097952906795</c:v>
                </c:pt>
                <c:pt idx="93">
                  <c:v>389.264619573462</c:v>
                </c:pt>
                <c:pt idx="94">
                  <c:v>392.431286240129</c:v>
                </c:pt>
                <c:pt idx="95">
                  <c:v>395.597952906795</c:v>
                </c:pt>
                <c:pt idx="96">
                  <c:v>398.764619573462</c:v>
                </c:pt>
                <c:pt idx="97">
                  <c:v>401.931286240129</c:v>
                </c:pt>
                <c:pt idx="98">
                  <c:v>405.097952906795</c:v>
                </c:pt>
                <c:pt idx="99">
                  <c:v>408.264619573462</c:v>
                </c:pt>
                <c:pt idx="100">
                  <c:v>411.431286240129</c:v>
                </c:pt>
                <c:pt idx="101">
                  <c:v>414.597952906795</c:v>
                </c:pt>
                <c:pt idx="102">
                  <c:v>417.764619573462</c:v>
                </c:pt>
                <c:pt idx="103">
                  <c:v>420.931286240129</c:v>
                </c:pt>
                <c:pt idx="104">
                  <c:v>424.097952906795</c:v>
                </c:pt>
                <c:pt idx="105">
                  <c:v>427.264619573462</c:v>
                </c:pt>
                <c:pt idx="106">
                  <c:v>430.431286240129</c:v>
                </c:pt>
                <c:pt idx="107">
                  <c:v>433.597952906795</c:v>
                </c:pt>
                <c:pt idx="108">
                  <c:v>436.764619573462</c:v>
                </c:pt>
                <c:pt idx="109">
                  <c:v>439.931286240129</c:v>
                </c:pt>
                <c:pt idx="110">
                  <c:v>443.097952906795</c:v>
                </c:pt>
                <c:pt idx="111">
                  <c:v>446.264619573462</c:v>
                </c:pt>
                <c:pt idx="112">
                  <c:v>449.431286240129</c:v>
                </c:pt>
                <c:pt idx="113">
                  <c:v>452.597952906795</c:v>
                </c:pt>
                <c:pt idx="114">
                  <c:v>455.764619573462</c:v>
                </c:pt>
                <c:pt idx="115">
                  <c:v>458.931286240129</c:v>
                </c:pt>
                <c:pt idx="116">
                  <c:v>462.097952906795</c:v>
                </c:pt>
                <c:pt idx="117">
                  <c:v>465.264619573462</c:v>
                </c:pt>
                <c:pt idx="118">
                  <c:v>468.431286240129</c:v>
                </c:pt>
                <c:pt idx="119">
                  <c:v>471.597952906795</c:v>
                </c:pt>
                <c:pt idx="120">
                  <c:v>474.764619573462</c:v>
                </c:pt>
                <c:pt idx="121">
                  <c:v>477.931286240129</c:v>
                </c:pt>
                <c:pt idx="122">
                  <c:v>481.097952906795</c:v>
                </c:pt>
                <c:pt idx="123">
                  <c:v>484.264619573462</c:v>
                </c:pt>
                <c:pt idx="124">
                  <c:v>487.431286240129</c:v>
                </c:pt>
                <c:pt idx="125">
                  <c:v>490.597952906795</c:v>
                </c:pt>
                <c:pt idx="126">
                  <c:v>493.764619573462</c:v>
                </c:pt>
                <c:pt idx="127">
                  <c:v>496.931286240129</c:v>
                </c:pt>
                <c:pt idx="128">
                  <c:v>500.097952906795</c:v>
                </c:pt>
                <c:pt idx="129">
                  <c:v>503.264619573462</c:v>
                </c:pt>
                <c:pt idx="130">
                  <c:v>506.431286240129</c:v>
                </c:pt>
                <c:pt idx="131">
                  <c:v>509.597952906795</c:v>
                </c:pt>
                <c:pt idx="132">
                  <c:v>512.764619573462</c:v>
                </c:pt>
                <c:pt idx="133">
                  <c:v>515.931286240129</c:v>
                </c:pt>
                <c:pt idx="134">
                  <c:v>519.097952906795</c:v>
                </c:pt>
                <c:pt idx="135">
                  <c:v>522.264619573462</c:v>
                </c:pt>
                <c:pt idx="136">
                  <c:v>525.431286240129</c:v>
                </c:pt>
                <c:pt idx="137">
                  <c:v>528.597952906795</c:v>
                </c:pt>
                <c:pt idx="138">
                  <c:v>531.764619573462</c:v>
                </c:pt>
                <c:pt idx="139">
                  <c:v>534.931286240129</c:v>
                </c:pt>
                <c:pt idx="140">
                  <c:v>538.097952906795</c:v>
                </c:pt>
                <c:pt idx="141">
                  <c:v>541.264619573462</c:v>
                </c:pt>
                <c:pt idx="142">
                  <c:v>544.431286240129</c:v>
                </c:pt>
                <c:pt idx="143">
                  <c:v>547.597952906795</c:v>
                </c:pt>
                <c:pt idx="144">
                  <c:v>550.764619573462</c:v>
                </c:pt>
                <c:pt idx="145">
                  <c:v>553.931286240129</c:v>
                </c:pt>
                <c:pt idx="146">
                  <c:v>557.097952906795</c:v>
                </c:pt>
                <c:pt idx="147">
                  <c:v>560.264619573462</c:v>
                </c:pt>
                <c:pt idx="148">
                  <c:v>563.431286240129</c:v>
                </c:pt>
                <c:pt idx="149">
                  <c:v>566.597952906795</c:v>
                </c:pt>
                <c:pt idx="150">
                  <c:v>569.764619573462</c:v>
                </c:pt>
                <c:pt idx="151">
                  <c:v>572.931286240129</c:v>
                </c:pt>
                <c:pt idx="152">
                  <c:v>576.097952906795</c:v>
                </c:pt>
                <c:pt idx="153">
                  <c:v>579.264619573462</c:v>
                </c:pt>
                <c:pt idx="154">
                  <c:v>582.431286240129</c:v>
                </c:pt>
                <c:pt idx="155">
                  <c:v>585.597952906795</c:v>
                </c:pt>
                <c:pt idx="156">
                  <c:v>588.764619573462</c:v>
                </c:pt>
                <c:pt idx="157">
                  <c:v>591.931286240129</c:v>
                </c:pt>
                <c:pt idx="158">
                  <c:v>595.097952906795</c:v>
                </c:pt>
                <c:pt idx="159">
                  <c:v>598.264619573462</c:v>
                </c:pt>
                <c:pt idx="160">
                  <c:v>601.431286240129</c:v>
                </c:pt>
                <c:pt idx="161">
                  <c:v>604.597952906795</c:v>
                </c:pt>
                <c:pt idx="162">
                  <c:v>607.764619573462</c:v>
                </c:pt>
                <c:pt idx="163">
                  <c:v>610.931286240129</c:v>
                </c:pt>
                <c:pt idx="164">
                  <c:v>614.097952906795</c:v>
                </c:pt>
                <c:pt idx="165">
                  <c:v>617.264619573462</c:v>
                </c:pt>
                <c:pt idx="166">
                  <c:v>620.431286240129</c:v>
                </c:pt>
                <c:pt idx="167">
                  <c:v>623.597952906795</c:v>
                </c:pt>
                <c:pt idx="168">
                  <c:v>626.764619573462</c:v>
                </c:pt>
                <c:pt idx="169">
                  <c:v>629.931286240129</c:v>
                </c:pt>
                <c:pt idx="170">
                  <c:v>633.097952906795</c:v>
                </c:pt>
                <c:pt idx="171">
                  <c:v>636.264619573462</c:v>
                </c:pt>
                <c:pt idx="172">
                  <c:v>639.431286240129</c:v>
                </c:pt>
                <c:pt idx="173">
                  <c:v>642.597952906795</c:v>
                </c:pt>
                <c:pt idx="174">
                  <c:v>645.764619573462</c:v>
                </c:pt>
                <c:pt idx="175">
                  <c:v>648.931286240129</c:v>
                </c:pt>
                <c:pt idx="176">
                  <c:v>652.097952906795</c:v>
                </c:pt>
                <c:pt idx="177">
                  <c:v>655.264619573462</c:v>
                </c:pt>
                <c:pt idx="178">
                  <c:v>658.431286240129</c:v>
                </c:pt>
                <c:pt idx="179">
                  <c:v>661.597952906795</c:v>
                </c:pt>
                <c:pt idx="180">
                  <c:v>664.764619573462</c:v>
                </c:pt>
                <c:pt idx="181">
                  <c:v>667.931286240129</c:v>
                </c:pt>
                <c:pt idx="182">
                  <c:v>671.097952906795</c:v>
                </c:pt>
                <c:pt idx="183">
                  <c:v>674.264619573462</c:v>
                </c:pt>
                <c:pt idx="184">
                  <c:v>677.431286240129</c:v>
                </c:pt>
                <c:pt idx="185">
                  <c:v>680.597952906795</c:v>
                </c:pt>
                <c:pt idx="186">
                  <c:v>683.764619573462</c:v>
                </c:pt>
                <c:pt idx="187">
                  <c:v>686.931286240129</c:v>
                </c:pt>
                <c:pt idx="188">
                  <c:v>690.097952906795</c:v>
                </c:pt>
                <c:pt idx="189">
                  <c:v>693.264619573462</c:v>
                </c:pt>
                <c:pt idx="190">
                  <c:v>696.431286240129</c:v>
                </c:pt>
                <c:pt idx="191">
                  <c:v>699.597952906795</c:v>
                </c:pt>
                <c:pt idx="192">
                  <c:v>702.764619573462</c:v>
                </c:pt>
                <c:pt idx="193">
                  <c:v>705.931286240129</c:v>
                </c:pt>
                <c:pt idx="194">
                  <c:v>709.097952906795</c:v>
                </c:pt>
                <c:pt idx="195">
                  <c:v>712.264619573462</c:v>
                </c:pt>
                <c:pt idx="196">
                  <c:v>715.431286240129</c:v>
                </c:pt>
                <c:pt idx="197">
                  <c:v>718.597952906795</c:v>
                </c:pt>
                <c:pt idx="198">
                  <c:v>721.764619573462</c:v>
                </c:pt>
                <c:pt idx="199">
                  <c:v>724.931286240129</c:v>
                </c:pt>
                <c:pt idx="200">
                  <c:v>728.097952906795</c:v>
                </c:pt>
                <c:pt idx="201">
                  <c:v>731.264619573462</c:v>
                </c:pt>
                <c:pt idx="202">
                  <c:v>734.431286240129</c:v>
                </c:pt>
                <c:pt idx="203">
                  <c:v>737.597952906795</c:v>
                </c:pt>
                <c:pt idx="204">
                  <c:v>740.764619573462</c:v>
                </c:pt>
                <c:pt idx="205">
                  <c:v>743.931286240129</c:v>
                </c:pt>
                <c:pt idx="206">
                  <c:v>747.097952906795</c:v>
                </c:pt>
                <c:pt idx="207">
                  <c:v>750.264619573462</c:v>
                </c:pt>
                <c:pt idx="208">
                  <c:v>753.431286240129</c:v>
                </c:pt>
                <c:pt idx="209">
                  <c:v>756.597952906795</c:v>
                </c:pt>
                <c:pt idx="210">
                  <c:v>759.764619573462</c:v>
                </c:pt>
                <c:pt idx="211">
                  <c:v>762.931286240129</c:v>
                </c:pt>
                <c:pt idx="212">
                  <c:v>766.097952906795</c:v>
                </c:pt>
                <c:pt idx="213">
                  <c:v>769.264619573462</c:v>
                </c:pt>
                <c:pt idx="214">
                  <c:v>772.431286240129</c:v>
                </c:pt>
                <c:pt idx="215">
                  <c:v>775.597952906795</c:v>
                </c:pt>
                <c:pt idx="216">
                  <c:v>778.764619573462</c:v>
                </c:pt>
                <c:pt idx="217">
                  <c:v>781.931286240129</c:v>
                </c:pt>
                <c:pt idx="218">
                  <c:v>785.097952906795</c:v>
                </c:pt>
                <c:pt idx="219">
                  <c:v>788.264619573462</c:v>
                </c:pt>
                <c:pt idx="220">
                  <c:v>791.431286240129</c:v>
                </c:pt>
                <c:pt idx="221">
                  <c:v>794.597952906795</c:v>
                </c:pt>
                <c:pt idx="222">
                  <c:v>797.764619573462</c:v>
                </c:pt>
                <c:pt idx="223">
                  <c:v>800.931286240129</c:v>
                </c:pt>
                <c:pt idx="224">
                  <c:v>804.097952906795</c:v>
                </c:pt>
                <c:pt idx="225">
                  <c:v>807.264619573462</c:v>
                </c:pt>
                <c:pt idx="226">
                  <c:v>810.431286240129</c:v>
                </c:pt>
                <c:pt idx="227">
                  <c:v>813.597952906795</c:v>
                </c:pt>
                <c:pt idx="228">
                  <c:v>816.764619573462</c:v>
                </c:pt>
                <c:pt idx="229">
                  <c:v>819.931286240129</c:v>
                </c:pt>
                <c:pt idx="230">
                  <c:v>823.097952906795</c:v>
                </c:pt>
                <c:pt idx="231">
                  <c:v>826.264619573462</c:v>
                </c:pt>
                <c:pt idx="232">
                  <c:v>829.431286240129</c:v>
                </c:pt>
                <c:pt idx="233">
                  <c:v>832.597952906795</c:v>
                </c:pt>
                <c:pt idx="234">
                  <c:v>835.764619573462</c:v>
                </c:pt>
                <c:pt idx="235">
                  <c:v>838.931286240129</c:v>
                </c:pt>
                <c:pt idx="236">
                  <c:v>842.097952906795</c:v>
                </c:pt>
                <c:pt idx="237">
                  <c:v>845.264619573462</c:v>
                </c:pt>
                <c:pt idx="238">
                  <c:v>848.431286240129</c:v>
                </c:pt>
                <c:pt idx="239">
                  <c:v>851.597952906795</c:v>
                </c:pt>
                <c:pt idx="240">
                  <c:v>854.764619573462</c:v>
                </c:pt>
                <c:pt idx="241">
                  <c:v>857.931286240129</c:v>
                </c:pt>
                <c:pt idx="242">
                  <c:v>861.097952906795</c:v>
                </c:pt>
                <c:pt idx="243">
                  <c:v>864.264619573462</c:v>
                </c:pt>
                <c:pt idx="244">
                  <c:v>867.431286240129</c:v>
                </c:pt>
                <c:pt idx="245">
                  <c:v>870.597952906795</c:v>
                </c:pt>
                <c:pt idx="246">
                  <c:v>873.764619573462</c:v>
                </c:pt>
                <c:pt idx="247">
                  <c:v>876.931286240129</c:v>
                </c:pt>
                <c:pt idx="248">
                  <c:v>880.097952906795</c:v>
                </c:pt>
                <c:pt idx="249">
                  <c:v>883.264619573462</c:v>
                </c:pt>
                <c:pt idx="250">
                  <c:v>886.431286240129</c:v>
                </c:pt>
                <c:pt idx="251">
                  <c:v>889.597952906795</c:v>
                </c:pt>
                <c:pt idx="252">
                  <c:v>892.764619573462</c:v>
                </c:pt>
                <c:pt idx="253">
                  <c:v>895.931286240129</c:v>
                </c:pt>
                <c:pt idx="254">
                  <c:v>899.097952906795</c:v>
                </c:pt>
                <c:pt idx="255">
                  <c:v>902.264619573462</c:v>
                </c:pt>
                <c:pt idx="256">
                  <c:v>905.431286240129</c:v>
                </c:pt>
                <c:pt idx="257">
                  <c:v>908.597952906795</c:v>
                </c:pt>
                <c:pt idx="258">
                  <c:v>911.764619573462</c:v>
                </c:pt>
                <c:pt idx="259">
                  <c:v>914.931286240129</c:v>
                </c:pt>
                <c:pt idx="260">
                  <c:v>918.097952906795</c:v>
                </c:pt>
                <c:pt idx="261">
                  <c:v>921.264619573462</c:v>
                </c:pt>
                <c:pt idx="262">
                  <c:v>924.431286240129</c:v>
                </c:pt>
                <c:pt idx="263">
                  <c:v>927.597952906795</c:v>
                </c:pt>
                <c:pt idx="264">
                  <c:v>930.764619573462</c:v>
                </c:pt>
                <c:pt idx="265">
                  <c:v>933.931286240129</c:v>
                </c:pt>
                <c:pt idx="266">
                  <c:v>937.097952906795</c:v>
                </c:pt>
                <c:pt idx="267">
                  <c:v>940.264619573462</c:v>
                </c:pt>
                <c:pt idx="268">
                  <c:v>943.431286240129</c:v>
                </c:pt>
                <c:pt idx="269">
                  <c:v>946.597952906795</c:v>
                </c:pt>
                <c:pt idx="270">
                  <c:v>949.764619573462</c:v>
                </c:pt>
                <c:pt idx="271">
                  <c:v>952.931286240129</c:v>
                </c:pt>
                <c:pt idx="272">
                  <c:v>956.097952906795</c:v>
                </c:pt>
                <c:pt idx="273">
                  <c:v>959.264619573462</c:v>
                </c:pt>
                <c:pt idx="274">
                  <c:v>962.431286240129</c:v>
                </c:pt>
                <c:pt idx="275">
                  <c:v>965.597952906795</c:v>
                </c:pt>
                <c:pt idx="276">
                  <c:v>968.764619573462</c:v>
                </c:pt>
                <c:pt idx="277">
                  <c:v>971.931286240129</c:v>
                </c:pt>
                <c:pt idx="278">
                  <c:v>975.097952906795</c:v>
                </c:pt>
                <c:pt idx="279">
                  <c:v>978.264619573462</c:v>
                </c:pt>
                <c:pt idx="280">
                  <c:v>981.431286240129</c:v>
                </c:pt>
                <c:pt idx="281">
                  <c:v>984.597952906795</c:v>
                </c:pt>
                <c:pt idx="282">
                  <c:v>987.764619573462</c:v>
                </c:pt>
                <c:pt idx="283">
                  <c:v>990.931286240129</c:v>
                </c:pt>
                <c:pt idx="284">
                  <c:v>994.097952906795</c:v>
                </c:pt>
                <c:pt idx="285">
                  <c:v>997.264619573462</c:v>
                </c:pt>
                <c:pt idx="286">
                  <c:v>1000.43128624012</c:v>
                </c:pt>
                <c:pt idx="287">
                  <c:v>1003.59795290679</c:v>
                </c:pt>
                <c:pt idx="288">
                  <c:v>1006.76461957346</c:v>
                </c:pt>
                <c:pt idx="289">
                  <c:v>1009.93128624012</c:v>
                </c:pt>
                <c:pt idx="290">
                  <c:v>1013.09795290679</c:v>
                </c:pt>
                <c:pt idx="291">
                  <c:v>1016.26461957346</c:v>
                </c:pt>
                <c:pt idx="292">
                  <c:v>1019.43128624012</c:v>
                </c:pt>
                <c:pt idx="293">
                  <c:v>1022.59795290679</c:v>
                </c:pt>
                <c:pt idx="294">
                  <c:v>1025.76461957346</c:v>
                </c:pt>
                <c:pt idx="295">
                  <c:v>1028.93128624012</c:v>
                </c:pt>
                <c:pt idx="296">
                  <c:v>1032.09795290679</c:v>
                </c:pt>
                <c:pt idx="297">
                  <c:v>1035.26461957346</c:v>
                </c:pt>
                <c:pt idx="298">
                  <c:v>1038.43128624012</c:v>
                </c:pt>
                <c:pt idx="299">
                  <c:v>1041.59795290679</c:v>
                </c:pt>
                <c:pt idx="300">
                  <c:v>1044.76461957346</c:v>
                </c:pt>
                <c:pt idx="301">
                  <c:v>1047.93128624012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765794"/>
        <c:axId val="437128720"/>
      </c:scatterChart>
      <c:valAx>
        <c:axId val="41765794"/>
        <c:scaling>
          <c:orientation val="minMax"/>
          <c:max val="750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  <a:alpha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Four-hour price (USD / kW-year)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37128720"/>
        <c:crosses val="autoZero"/>
        <c:crossBetween val="midCat"/>
        <c:majorUnit val="150"/>
      </c:valAx>
      <c:valAx>
        <c:axId val="437128720"/>
        <c:scaling>
          <c:orientation val="minMax"/>
          <c:max val="11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  <a:alpha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Eight-hour price (USD/ kW-year)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>
            <c:manualLayout>
              <c:xMode val="edge"/>
              <c:yMode val="edge"/>
              <c:x val="0.0204911119112558"/>
              <c:y val="0.091449078084395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1765794"/>
        <c:crosses val="autoZero"/>
        <c:crossBetween val="midCat"/>
        <c:majorUnit val="100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5ef9104-22f4-4247-824a-2c215cf20273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18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0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10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19050" cap="rnd">
        <a:solidFill>
          <a:srgbClr val="FFFFFF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</cs:dataPoint3D>
  <cs:dataPointLine>
    <cs:lnRef idx="0">
      <cs:styleClr val="auto"/>
    </cs:lnRef>
    <cs:fillRef idx="1"/>
    <cs:effectRef idx="0"/>
    <cs:fontRef idx="minor">
      <a:sysClr val="windowText" lastClr="000000"/>
    </cs:fontRef>
    <cs:spPr>
      <a:ln w="19050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" lastClr="FFFFFF">
            <a:lumMod val="902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75000"/>
        <a:lumOff val="25000"/>
      </a:sysClr>
    </cs:fontRef>
    <cs:defRPr sz="1400" b="1" kern="120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1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1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1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101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1019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100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1019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123858" y="2880000"/>
            <a:ext cx="17360786" cy="8095748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417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123858" y="11213858"/>
            <a:ext cx="17360786" cy="463748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5670" spc="200"/>
            </a:lvl1pPr>
            <a:lvl2pPr marL="1080135" indent="0" algn="ctr">
              <a:buNone/>
              <a:defRPr sz="4725"/>
            </a:lvl2pPr>
            <a:lvl3pPr marL="2160270" indent="0" algn="ctr">
              <a:buNone/>
              <a:defRPr sz="4250"/>
            </a:lvl3pPr>
            <a:lvl4pPr marL="3239770" indent="0" algn="ctr">
              <a:buNone/>
              <a:defRPr sz="3780"/>
            </a:lvl4pPr>
            <a:lvl5pPr marL="4319905" indent="0" algn="ctr">
              <a:buNone/>
              <a:defRPr sz="3780"/>
            </a:lvl5pPr>
            <a:lvl6pPr marL="5400040" indent="0" algn="ctr">
              <a:buNone/>
              <a:defRPr sz="3780"/>
            </a:lvl6pPr>
            <a:lvl7pPr marL="6480175" indent="0" algn="ctr">
              <a:buNone/>
              <a:defRPr sz="3780"/>
            </a:lvl7pPr>
            <a:lvl8pPr marL="7560310" indent="0" algn="ctr">
              <a:buNone/>
              <a:defRPr sz="3780"/>
            </a:lvl8pPr>
            <a:lvl9pPr marL="8639810" indent="0" algn="ctr">
              <a:buNone/>
              <a:defRPr sz="378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77874" y="1916220"/>
            <a:ext cx="19433621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077874" y="4694173"/>
            <a:ext cx="19433621" cy="1498960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27008" y="12120944"/>
            <a:ext cx="13763621" cy="2415118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039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527008" y="14536062"/>
            <a:ext cx="13763621" cy="2732598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42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08013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2pPr>
            <a:lvl3pPr marL="216027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323977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0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40004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8017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6031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81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77874" y="1916220"/>
            <a:ext cx="19433621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077874" y="4728189"/>
            <a:ext cx="9171496" cy="1495559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1359133" y="4728189"/>
            <a:ext cx="9171496" cy="1495559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77874" y="1916220"/>
            <a:ext cx="19433621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77874" y="4501417"/>
            <a:ext cx="9464881" cy="120189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7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60310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77874" y="5839370"/>
            <a:ext cx="9464881" cy="1384440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1047588" y="4477886"/>
            <a:ext cx="9464881" cy="120189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7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60310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1047588" y="5839370"/>
            <a:ext cx="9464881" cy="1384440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77874" y="1916220"/>
            <a:ext cx="19433621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077874" y="4898267"/>
            <a:ext cx="9271199" cy="1451338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78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1250708" y="4898267"/>
            <a:ext cx="9260787" cy="1451338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78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8132519" y="2880000"/>
            <a:ext cx="1849606" cy="1583999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661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620000" y="2880000"/>
            <a:ext cx="16244645" cy="15839999"/>
          </a:xfrm>
        </p:spPr>
        <p:txBody>
          <a:bodyPr vert="eaVert" lIns="46800" tIns="46800" rIns="46800" bIns="46800"/>
          <a:lstStyle>
            <a:lvl1pPr marL="539750" indent="-539750">
              <a:spcAft>
                <a:spcPts val="1000"/>
              </a:spcAft>
              <a:defRPr spc="300"/>
            </a:lvl1pPr>
            <a:lvl2pPr marL="1619885" indent="-539750">
              <a:defRPr spc="300"/>
            </a:lvl2pPr>
            <a:lvl3pPr marL="2700020" indent="-539750">
              <a:defRPr spc="300"/>
            </a:lvl3pPr>
            <a:lvl4pPr marL="3780155" indent="-539750">
              <a:defRPr spc="300"/>
            </a:lvl4pPr>
            <a:lvl5pPr marL="4860290" indent="-5397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077874" y="2437795"/>
            <a:ext cx="19439999" cy="172686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123858" y="7823622"/>
            <a:ext cx="17360786" cy="320881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417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2123858" y="11213858"/>
            <a:ext cx="17360786" cy="14853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567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077874" y="1916220"/>
            <a:ext cx="19433621" cy="2222362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077874" y="4694173"/>
            <a:ext cx="19433621" cy="1498960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084252" y="19887873"/>
            <a:ext cx="4783464" cy="997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3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7292126" y="19887873"/>
            <a:ext cx="7015748" cy="997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3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5728031" y="19887873"/>
            <a:ext cx="4783464" cy="997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3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60270" rtl="0" eaLnBrk="1" fontAlgn="auto" latinLnBrk="0" hangingPunct="1">
        <a:lnSpc>
          <a:spcPct val="100000"/>
        </a:lnSpc>
        <a:spcBef>
          <a:spcPct val="0"/>
        </a:spcBef>
        <a:buNone/>
        <a:defRPr sz="850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539750" indent="-539750" algn="l" defTabSz="216027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42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619885" indent="-539750" algn="l" defTabSz="216027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3802380" algn="l"/>
          <a:tab pos="3802380" algn="l"/>
          <a:tab pos="3802380" algn="l"/>
          <a:tab pos="3802380" algn="l"/>
        </a:tabLst>
        <a:defRPr sz="37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700020" indent="-539750" algn="l" defTabSz="216027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37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3780155" indent="-539750" algn="l" defTabSz="216027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33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4860290" indent="-539750" algn="l" defTabSz="216027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33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5939790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6pPr>
      <a:lvl7pPr marL="7019925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7pPr>
      <a:lvl8pPr marL="8100060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8pPr>
      <a:lvl9pPr marL="9180195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3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2pPr>
      <a:lvl3pPr marL="216027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3pPr>
      <a:lvl4pPr marL="323977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4pPr>
      <a:lvl5pPr marL="431990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4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6pPr>
      <a:lvl7pPr marL="648017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7pPr>
      <a:lvl8pPr marL="756031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8pPr>
      <a:lvl9pPr marL="863981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3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4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chart" Target="../charts/chart7.xml"/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0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0.xml"/><Relationship Id="rId7" Type="http://schemas.openxmlformats.org/officeDocument/2006/relationships/chart" Target="../charts/chart14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71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chart" Target="../charts/chart1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72.xml"/><Relationship Id="rId4" Type="http://schemas.openxmlformats.org/officeDocument/2006/relationships/chart" Target="../charts/chart23.xml"/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chart" Target="../charts/char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116050" y="1252220"/>
            <a:ext cx="5867400" cy="6096000"/>
          </a:xfrm>
          <a:prstGeom prst="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  <a:ln>
            <a:solidFill>
              <a:srgbClr val="FFFCF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圆角矩形 71"/>
          <p:cNvSpPr/>
          <p:nvPr/>
        </p:nvSpPr>
        <p:spPr>
          <a:xfrm>
            <a:off x="17625060" y="5022850"/>
            <a:ext cx="2183130" cy="7143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圆角矩形 72"/>
          <p:cNvSpPr/>
          <p:nvPr/>
        </p:nvSpPr>
        <p:spPr>
          <a:xfrm>
            <a:off x="17625060" y="5964555"/>
            <a:ext cx="2183130" cy="714375"/>
          </a:xfrm>
          <a:prstGeom prst="roundRect">
            <a:avLst/>
          </a:prstGeom>
          <a:solidFill>
            <a:srgbClr val="FDDDD2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299845" y="1252220"/>
            <a:ext cx="5867400" cy="609600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rgbClr val="F8F9F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44015" y="1459230"/>
            <a:ext cx="5156200" cy="5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zh-CN" altLang="en-US" sz="3200" b="1">
                <a:latin typeface="Times New Roman" panose="02020603050405020304" charset="0"/>
                <a:cs typeface="Times New Roman" panose="02020603050405020304" charset="0"/>
              </a:rPr>
              <a:t>①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  Workload 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representation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86915" y="4834255"/>
            <a:ext cx="4704080" cy="582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576 GPUs in the reference model</a:t>
            </a:r>
            <a:endParaRPr lang="en-US" altLang="zh-CN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92390" y="1252220"/>
            <a:ext cx="5867400" cy="6096000"/>
          </a:xfrm>
          <a:prstGeom prst="rect">
            <a:avLst/>
          </a:prstGeom>
          <a:solidFill>
            <a:srgbClr val="EDF1F0"/>
          </a:solidFill>
          <a:ln>
            <a:solidFill>
              <a:srgbClr val="EDF1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036560" y="1459230"/>
            <a:ext cx="5156200" cy="5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zh-CN" altLang="en-US" sz="3200" b="1">
                <a:latin typeface="Times New Roman" panose="02020603050405020304" charset="0"/>
                <a:cs typeface="Times New Roman" panose="02020603050405020304" charset="0"/>
              </a:rPr>
              <a:t>②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 Job-derived 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scheduling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440670" y="2348865"/>
            <a:ext cx="1333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C5533B"/>
                </a:solidFill>
                <a:latin typeface="Times New Roman" panose="02020603050405020304" charset="0"/>
                <a:cs typeface="Times New Roman" panose="02020603050405020304" charset="0"/>
              </a:rPr>
              <a:t>DR </a:t>
            </a:r>
            <a:r>
              <a:rPr lang="en-US" altLang="zh-CN" sz="2400">
                <a:solidFill>
                  <a:srgbClr val="C5533B"/>
                </a:solidFill>
                <a:latin typeface="Times New Roman" panose="02020603050405020304" charset="0"/>
                <a:cs typeface="Times New Roman" panose="02020603050405020304" charset="0"/>
              </a:rPr>
              <a:t>call</a:t>
            </a:r>
            <a:endParaRPr lang="en-US" altLang="zh-CN" sz="2400">
              <a:solidFill>
                <a:srgbClr val="C553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235430" y="1459230"/>
            <a:ext cx="5403850" cy="5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zh-CN" altLang="en-US" sz="3200" b="1">
                <a:latin typeface="Times New Roman" panose="02020603050405020304" charset="0"/>
                <a:cs typeface="Times New Roman" panose="02020603050405020304" charset="0"/>
              </a:rPr>
              <a:t>③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  Reliable grid commitment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图片 26"/>
          <p:cNvPicPr/>
          <p:nvPr/>
        </p:nvPicPr>
        <p:blipFill>
          <a:blip r:embed="rId2"/>
          <a:srcRect l="24321" t="15783" r="24150" b="8497"/>
          <a:stretch>
            <a:fillRect/>
          </a:stretch>
        </p:blipFill>
        <p:spPr>
          <a:xfrm>
            <a:off x="14831695" y="2378710"/>
            <a:ext cx="2672080" cy="410972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0124" t="17041" r="10654" b="16719"/>
          <a:stretch>
            <a:fillRect/>
          </a:stretch>
        </p:blipFill>
        <p:spPr>
          <a:xfrm>
            <a:off x="17517110" y="2596515"/>
            <a:ext cx="2135505" cy="1786890"/>
          </a:xfrm>
          <a:prstGeom prst="rect">
            <a:avLst/>
          </a:prstGeom>
        </p:spPr>
      </p:pic>
      <p:sp>
        <p:nvSpPr>
          <p:cNvPr id="31" name="右箭头 30"/>
          <p:cNvSpPr/>
          <p:nvPr/>
        </p:nvSpPr>
        <p:spPr>
          <a:xfrm>
            <a:off x="7190105" y="3938270"/>
            <a:ext cx="552450" cy="685800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2" name="右箭头 31"/>
          <p:cNvSpPr/>
          <p:nvPr/>
        </p:nvSpPr>
        <p:spPr>
          <a:xfrm>
            <a:off x="13559790" y="3938270"/>
            <a:ext cx="552450" cy="685800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7916525" y="4312920"/>
            <a:ext cx="15100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centre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299845" y="7926705"/>
            <a:ext cx="10795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b   Observed work composition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299845" y="499745"/>
            <a:ext cx="125901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 From computing workloads to a grid commitment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2850495" y="7926705"/>
            <a:ext cx="11531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3548360" y="7999730"/>
            <a:ext cx="6603365" cy="495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From evidence to a commitment decision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745" y="2128520"/>
            <a:ext cx="5047615" cy="283527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3045460" y="2042795"/>
            <a:ext cx="356616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Which tasks may wait?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892300" y="5516245"/>
            <a:ext cx="479933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Online inference: immediate service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892935" y="6195695"/>
            <a:ext cx="4797425" cy="4832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Permitted training / offline inference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036560" y="3176270"/>
            <a:ext cx="1333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Before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036560" y="4315460"/>
            <a:ext cx="1333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uring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036560" y="5575935"/>
            <a:ext cx="1333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ater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2013565" y="6527800"/>
            <a:ext cx="1333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eadline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5"/>
          <a:srcRect l="22999" t="9389" r="2035" b="7919"/>
          <a:stretch>
            <a:fillRect/>
          </a:stretch>
        </p:blipFill>
        <p:spPr>
          <a:xfrm>
            <a:off x="9278620" y="2809240"/>
            <a:ext cx="3916680" cy="3611880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278620" y="2009775"/>
            <a:ext cx="3063875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When can they be completed?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079105" y="6488430"/>
            <a:ext cx="4743450" cy="5143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15897C"/>
                </a:solidFill>
                <a:latin typeface="Times New Roman" panose="02020603050405020304" charset="0"/>
                <a:cs typeface="Times New Roman" panose="02020603050405020304" charset="0"/>
              </a:rPr>
              <a:t>Deferred work→recovery</a:t>
            </a:r>
            <a:endParaRPr lang="en-US" altLang="zh-CN" sz="2400" b="1">
              <a:solidFill>
                <a:srgbClr val="15897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501380" y="6979920"/>
            <a:ext cx="4728210" cy="681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Illustrative time axis; no numeric scale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578100" y="7002780"/>
            <a:ext cx="38868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Task size · duration · arrival time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5309850" y="6430645"/>
            <a:ext cx="15100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PV/ storage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7577435" y="4979035"/>
            <a:ext cx="2193290" cy="1102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Capacity · duration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· call spacing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7564735" y="5979160"/>
            <a:ext cx="2409825" cy="680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Delivery + deadlines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+ recovery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5158720" y="6993255"/>
            <a:ext cx="4263390" cy="354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Independent qualification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→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pricing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5574010" y="2042795"/>
            <a:ext cx="3319145" cy="3962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can the operator promise?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13722350" y="8827135"/>
            <a:ext cx="6044565" cy="11436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>
            <a:off x="13718540" y="10403840"/>
            <a:ext cx="6048375" cy="1143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/>
        </p:nvSpPr>
        <p:spPr>
          <a:xfrm>
            <a:off x="13718540" y="11966575"/>
            <a:ext cx="6048375" cy="11436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圆角矩形 79"/>
          <p:cNvSpPr/>
          <p:nvPr/>
        </p:nvSpPr>
        <p:spPr>
          <a:xfrm>
            <a:off x="13717905" y="13508990"/>
            <a:ext cx="6049010" cy="114363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15741650" y="8990965"/>
            <a:ext cx="3618865" cy="740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1 Available supply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Shortage→ reduce request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5741015" y="10645775"/>
            <a:ext cx="3821430" cy="601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2 Task feasibility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Infeasible - revise terms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5741015" y="12141200"/>
            <a:ext cx="4254500" cy="1087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3 Causal qualification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Feasible schedule - test control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5741015" y="13731875"/>
            <a:ext cx="382143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4 Participation value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Qualified  compare prices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889355" y="8495665"/>
            <a:ext cx="1806575" cy="1806575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06525" y="10332720"/>
            <a:ext cx="1372235" cy="137223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10005" y="11704955"/>
            <a:ext cx="1685925" cy="1685925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89355" y="13262610"/>
            <a:ext cx="1636395" cy="1636395"/>
          </a:xfrm>
          <a:prstGeom prst="rect">
            <a:avLst/>
          </a:prstGeom>
        </p:spPr>
      </p:pic>
      <p:sp>
        <p:nvSpPr>
          <p:cNvPr id="90" name="下箭头 89"/>
          <p:cNvSpPr/>
          <p:nvPr/>
        </p:nvSpPr>
        <p:spPr>
          <a:xfrm>
            <a:off x="16426180" y="9944100"/>
            <a:ext cx="571500" cy="457835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下箭头 90"/>
          <p:cNvSpPr/>
          <p:nvPr/>
        </p:nvSpPr>
        <p:spPr>
          <a:xfrm>
            <a:off x="16426180" y="11496675"/>
            <a:ext cx="571500" cy="457835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16426180" y="13047345"/>
            <a:ext cx="571500" cy="457835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3" name="图表 92"/>
          <p:cNvGraphicFramePr/>
          <p:nvPr/>
        </p:nvGraphicFramePr>
        <p:xfrm>
          <a:off x="1147445" y="8510905"/>
          <a:ext cx="11892915" cy="6141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4" name="文本框 93"/>
          <p:cNvSpPr txBox="1"/>
          <p:nvPr/>
        </p:nvSpPr>
        <p:spPr>
          <a:xfrm>
            <a:off x="1480185" y="14899005"/>
            <a:ext cx="179463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a,c: conceptual overview and decision sequence. b: all 40,522,321 released execution spans; resource-time shares.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five eligibility settings are defined in Supplementary Table 2. Online jobs are never deferred.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图表 4"/>
          <p:cNvGraphicFramePr/>
          <p:nvPr/>
        </p:nvGraphicFramePr>
        <p:xfrm>
          <a:off x="2162175" y="4175125"/>
          <a:ext cx="8314690" cy="7313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635375" y="9559290"/>
            <a:ext cx="71837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5                    10                    20                   40*                 60+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33650" y="3590290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Selected single-event offers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043920" y="3653155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Facility-scale contribution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10967085" y="4175125"/>
          <a:ext cx="5225415" cy="6490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2401550" y="9571355"/>
            <a:ext cx="4086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5         10        20         40*      60+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33650" y="10297160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Notice control: identical paired outcomes at 0, 2 and 6 hours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67000" y="11022965"/>
            <a:ext cx="6477635" cy="3369945"/>
          </a:xfrm>
          <a:prstGeom prst="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810115" y="11022965"/>
            <a:ext cx="6477635" cy="3355340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40075" y="11158220"/>
            <a:ext cx="53848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4 h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295/300 successes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287000" y="11158220"/>
            <a:ext cx="53848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8 h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292/300 successes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83710" y="13557250"/>
            <a:ext cx="3677920" cy="552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lower bound 0.9662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614785" y="13625830"/>
            <a:ext cx="4965700" cy="483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lower bound 0.9533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777615" y="12546965"/>
            <a:ext cx="4010025" cy="85725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3787140" y="12394565"/>
            <a:ext cx="0" cy="12763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7784465" y="12546965"/>
            <a:ext cx="123825" cy="85725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1043920" y="12546965"/>
            <a:ext cx="3956685" cy="85725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11053445" y="12394565"/>
            <a:ext cx="0" cy="127635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15000605" y="12546965"/>
            <a:ext cx="173990" cy="857250"/>
          </a:xfrm>
          <a:prstGeom prst="rect">
            <a:avLst/>
          </a:prstGeom>
          <a:solidFill>
            <a:srgbClr val="A1D02E"/>
          </a:solidFill>
          <a:ln>
            <a:solidFill>
              <a:srgbClr val="A1D02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667000" y="14666595"/>
            <a:ext cx="1449832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Five eligibility settings; 300 independent confirmation scenarios per duration and notice condition. Target success 95%.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 comparison: aggregate relaxation, 100 scenarios; no guarantee of individual-task feasibility. * /t: see Supplementary Table 2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396490" y="2300605"/>
            <a:ext cx="1079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Independent confirmation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2594610" y="3124200"/>
          <a:ext cx="6281420" cy="3152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3001010" y="3919855"/>
            <a:ext cx="10795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</a:rPr>
              <a:t>Submission counts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·300/300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3007995" y="4968875"/>
            <a:ext cx="10795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Task resource-time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· 300/300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7628255" y="3529330"/>
            <a:ext cx="532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kW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5469255" y="4615180"/>
            <a:ext cx="532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kW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06210" y="5036820"/>
            <a:ext cx="225107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2.0 x selected-offer ratio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55175" y="2333625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Development grid (n = 100 / point)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9412605" y="2895600"/>
          <a:ext cx="7465060" cy="5544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图表 14"/>
          <p:cNvGraphicFramePr/>
          <p:nvPr/>
        </p:nvGraphicFramePr>
        <p:xfrm>
          <a:off x="2594610" y="6878320"/>
          <a:ext cx="6330315" cy="5388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396490" y="6304915"/>
            <a:ext cx="1079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  Diagnose the binding constraint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46420" y="807974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74330" y="807974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46420" y="877062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974330" y="877062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643880" y="947674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971790" y="947674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656580" y="1016000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84490" y="1016000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93180" y="1085088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655175" y="8683625"/>
            <a:ext cx="6757035" cy="477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Separate weighting and hourly order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375535" y="12383135"/>
            <a:ext cx="7680325" cy="513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Week-level outcomes under the original order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25" name="表格 24"/>
          <p:cNvGraphicFramePr/>
          <p:nvPr/>
        </p:nvGraphicFramePr>
        <p:xfrm>
          <a:off x="2508250" y="13045440"/>
          <a:ext cx="6417310" cy="2145030"/>
        </p:xfrm>
        <a:graphic>
          <a:graphicData uri="http://schemas.openxmlformats.org/drawingml/2006/table">
            <a:tbl>
              <a:tblPr/>
              <a:tblGrid>
                <a:gridCol w="697230"/>
                <a:gridCol w="715010"/>
                <a:gridCol w="715010"/>
                <a:gridCol w="715010"/>
                <a:gridCol w="715010"/>
                <a:gridCol w="715010"/>
                <a:gridCol w="715010"/>
                <a:gridCol w="715010"/>
                <a:gridCol w="715010"/>
              </a:tblGrid>
              <a:tr h="765810">
                <a:tc>
                  <a:txBody>
                    <a:bodyPr/>
                    <a:p>
                      <a:pPr algn="l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Counts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765810">
                <a:tc>
                  <a:txBody>
                    <a:bodyPr/>
                    <a:p>
                      <a:pPr algn="l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Resource-time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EDF6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A1D7B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EDF6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FEAD8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613410">
                <a:tc>
                  <a:txBody>
                    <a:bodyPr/>
                    <a:p>
                      <a:pPr algn="l" fontAlgn="ctr"/>
                      <a:endParaRPr sz="1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Week 1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Week 2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Week 3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Week 4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Week 5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Week 6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Week 7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Week 8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/>
          <p:nvPr/>
        </p:nvGraphicFramePr>
        <p:xfrm>
          <a:off x="3204210" y="13045440"/>
          <a:ext cx="5721350" cy="1596390"/>
        </p:xfrm>
        <a:graphic>
          <a:graphicData uri="http://schemas.openxmlformats.org/drawingml/2006/table">
            <a:tbl>
              <a:tblPr/>
              <a:tblGrid>
                <a:gridCol w="715168"/>
                <a:gridCol w="715168"/>
                <a:gridCol w="715168"/>
                <a:gridCol w="715168"/>
                <a:gridCol w="715168"/>
                <a:gridCol w="715168"/>
                <a:gridCol w="715168"/>
                <a:gridCol w="715168"/>
              </a:tblGrid>
              <a:tr h="798195"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98195"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6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10 /10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="9057322" y="13278803"/>
          <a:ext cx="518160" cy="1303020"/>
        </p:xfrm>
        <a:graphic>
          <a:graphicData uri="http://schemas.openxmlformats.org/drawingml/2006/table">
            <a:tbl>
              <a:tblPr/>
              <a:tblGrid>
                <a:gridCol w="228600"/>
                <a:gridCol w="289560"/>
              </a:tblGrid>
              <a:tr h="179070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2CB9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0.8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1D7B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0.6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FE4C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0.4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F0E5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0.2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4127" marR="4127" marT="412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图表 27"/>
          <p:cNvGraphicFramePr/>
          <p:nvPr/>
        </p:nvGraphicFramePr>
        <p:xfrm>
          <a:off x="9412605" y="9315450"/>
          <a:ext cx="7388225" cy="5560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椭圆 28"/>
          <p:cNvSpPr/>
          <p:nvPr/>
        </p:nvSpPr>
        <p:spPr>
          <a:xfrm>
            <a:off x="11691620" y="9738360"/>
            <a:ext cx="180975" cy="18097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1682095" y="10062210"/>
            <a:ext cx="228600" cy="228600"/>
          </a:xfrm>
          <a:prstGeom prst="rec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1955780" y="9998710"/>
            <a:ext cx="2070735" cy="2749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1% missed work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955780" y="9636760"/>
            <a:ext cx="2127250" cy="358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Zero missed work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2" name="图表 31"/>
          <p:cNvGraphicFramePr/>
          <p:nvPr/>
        </p:nvGraphicFramePr>
        <p:xfrm>
          <a:off x="3705225" y="13314045"/>
          <a:ext cx="14511655" cy="351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3" name="矩形 32"/>
          <p:cNvSpPr/>
          <p:nvPr/>
        </p:nvSpPr>
        <p:spPr>
          <a:xfrm>
            <a:off x="14793595" y="13482955"/>
            <a:ext cx="2813685" cy="2851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2106275" y="13492480"/>
            <a:ext cx="567055" cy="2841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057255" y="13492480"/>
            <a:ext cx="567055" cy="2841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999980" y="13491210"/>
            <a:ext cx="567055" cy="2841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949055" y="13492480"/>
            <a:ext cx="567055" cy="2841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034145" y="13495655"/>
            <a:ext cx="19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0086975" y="13495655"/>
            <a:ext cx="19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②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1077575" y="13495655"/>
            <a:ext cx="19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③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2182475" y="13495655"/>
            <a:ext cx="19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④</a:t>
            </a:r>
            <a:endParaRPr lang="zh-CN" altLang="en-US"/>
          </a:p>
        </p:txBody>
      </p:sp>
      <p:graphicFrame>
        <p:nvGraphicFramePr>
          <p:cNvPr id="17" name="图表 16"/>
          <p:cNvGraphicFramePr/>
          <p:nvPr/>
        </p:nvGraphicFramePr>
        <p:xfrm>
          <a:off x="3721100" y="8967470"/>
          <a:ext cx="14511655" cy="351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矩形 24"/>
          <p:cNvSpPr/>
          <p:nvPr/>
        </p:nvSpPr>
        <p:spPr>
          <a:xfrm>
            <a:off x="14809470" y="9136380"/>
            <a:ext cx="2813685" cy="2851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122150" y="9145905"/>
            <a:ext cx="567055" cy="2841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3130" y="9145905"/>
            <a:ext cx="567055" cy="2841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015855" y="9144635"/>
            <a:ext cx="567055" cy="2841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964930" y="9145905"/>
            <a:ext cx="567055" cy="2841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graphicFrame>
        <p:nvGraphicFramePr>
          <p:cNvPr id="14" name="图表 13"/>
          <p:cNvGraphicFramePr/>
          <p:nvPr/>
        </p:nvGraphicFramePr>
        <p:xfrm>
          <a:off x="11024870" y="1689735"/>
          <a:ext cx="6684010" cy="5523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图表 10"/>
          <p:cNvGraphicFramePr/>
          <p:nvPr/>
        </p:nvGraphicFramePr>
        <p:xfrm>
          <a:off x="10471150" y="2629535"/>
          <a:ext cx="7237730" cy="5267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图表 1"/>
          <p:cNvGraphicFramePr/>
          <p:nvPr/>
        </p:nvGraphicFramePr>
        <p:xfrm>
          <a:off x="2709545" y="2629535"/>
          <a:ext cx="7826375" cy="542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049270" y="2116455"/>
            <a:ext cx="72618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Paired supply margins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75500" y="2792095"/>
            <a:ext cx="523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26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30975" y="2792095"/>
            <a:ext cx="523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29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30975" y="6586855"/>
            <a:ext cx="523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20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0" y="6586855"/>
            <a:ext cx="523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5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516995" y="2127250"/>
            <a:ext cx="70142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  Supply troughs during calls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77920" y="7969885"/>
            <a:ext cx="10795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Reference products: aligned response and recovery</a:t>
            </a:r>
            <a:endParaRPr lang="en-US" altLang="zh-CN" sz="2000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30220" y="8463915"/>
            <a:ext cx="1079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Power reduction and subsequent recovery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30220" y="12771120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Accumulation and clearance of deferred work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415655" y="9291320"/>
            <a:ext cx="887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5.6kW</a:t>
            </a:r>
            <a:endParaRPr lang="en-US" altLang="zh-CN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80220" y="9291320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4.42kW</a:t>
            </a:r>
            <a:endParaRPr lang="en-US" altLang="zh-CN" b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50020" y="10615930"/>
            <a:ext cx="19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0102850" y="10615930"/>
            <a:ext cx="19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②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1093450" y="10615930"/>
            <a:ext cx="19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③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198350" y="10615930"/>
            <a:ext cx="19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④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5548610" y="13538200"/>
            <a:ext cx="2234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Clearance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5170785" y="10615930"/>
            <a:ext cx="2234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Clearance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0" name="图表 29"/>
          <p:cNvGraphicFramePr/>
          <p:nvPr/>
        </p:nvGraphicFramePr>
        <p:xfrm>
          <a:off x="3249295" y="13215620"/>
          <a:ext cx="14423390" cy="4220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图表 15"/>
          <p:cNvGraphicFramePr/>
          <p:nvPr/>
        </p:nvGraphicFramePr>
        <p:xfrm>
          <a:off x="3327400" y="8976995"/>
          <a:ext cx="14410055" cy="3803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4" name="文本框 43"/>
          <p:cNvSpPr txBox="1"/>
          <p:nvPr/>
        </p:nvSpPr>
        <p:spPr>
          <a:xfrm>
            <a:off x="3030220" y="17327245"/>
            <a:ext cx="148583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a: all 80 pairs at 2.95 kW. b: protocol seed 990000, first 168 h. c,d: reference seed 989000, all 216 h.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Shaded calls show eight-hour windows; four-hour calls share their start times. Dotted curves: requests.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Panels a,b and c,d use different workload distributions; the selected examples illustrate operation, not reliability.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897380" y="3276600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Allocation: unchanged DR response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64370" y="3276600"/>
            <a:ext cx="66516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Rigid power: paired-baseline response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1457325" y="4070985"/>
          <a:ext cx="7279640" cy="3568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9564370" y="4070985"/>
          <a:ext cx="7602220" cy="3568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805305" y="7912100"/>
            <a:ext cx="64281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  Cost of the same four-hour request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4370" y="7912100"/>
            <a:ext cx="6357620" cy="537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Cost of the same four-hour request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1457325" y="8550275"/>
          <a:ext cx="7279640" cy="519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图表 8"/>
          <p:cNvGraphicFramePr/>
          <p:nvPr/>
        </p:nvGraphicFramePr>
        <p:xfrm>
          <a:off x="9564370" y="8550910"/>
          <a:ext cx="7602855" cy="5193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4147185" y="11847830"/>
            <a:ext cx="0" cy="87630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608955" y="10789285"/>
            <a:ext cx="0" cy="192278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082790" y="9697720"/>
            <a:ext cx="0" cy="302641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5356840" y="9286240"/>
            <a:ext cx="0" cy="3443605"/>
          </a:xfrm>
          <a:prstGeom prst="line">
            <a:avLst/>
          </a:prstGeom>
          <a:ln w="31750" cap="rnd">
            <a:solidFill>
              <a:schemeClr val="accent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3788390" y="10300970"/>
            <a:ext cx="0" cy="2422525"/>
          </a:xfrm>
          <a:prstGeom prst="line">
            <a:avLst/>
          </a:prstGeom>
          <a:ln w="31750" cap="rnd">
            <a:solidFill>
              <a:schemeClr val="accent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2219940" y="11443970"/>
            <a:ext cx="0" cy="1266825"/>
          </a:xfrm>
          <a:prstGeom prst="line">
            <a:avLst/>
          </a:prstGeom>
          <a:ln w="31750" cap="rnd">
            <a:solidFill>
              <a:schemeClr val="accent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805305" y="13860780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same allocation has a different value for solar hosting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1457325" y="14498955"/>
          <a:ext cx="15709900" cy="3021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12208510" y="4277995"/>
            <a:ext cx="5346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Peaks: 153.63, 173.53, 193.44 kW</a:t>
            </a:r>
            <a:endParaRPr lang="en-US" altLang="zh-CN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57325" y="17800955"/>
            <a:ext cx="15843250" cy="932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10% eligible work throughout. Fixed 5.90-kW DR request: 295/300 successes at 4 h and 292/300 at 8 h in every control.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a,b: relaxed-PI statistics, n = 100. c,d: single-event costs, 50 calls/year, USD 25,000 site fee, 1-MW accounting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e: difference of minimum hosting capacities across 100 paired scenarios; full-information PV planning.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11417935" y="9186545"/>
            <a:ext cx="6118860" cy="3947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" name="图表 6"/>
          <p:cNvGraphicFramePr/>
          <p:nvPr/>
        </p:nvGraphicFramePr>
        <p:xfrm>
          <a:off x="1744980" y="3571875"/>
          <a:ext cx="8330565" cy="4491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94865" y="2814955"/>
            <a:ext cx="1079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Waiting across all confirmed sequences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98785" y="2814955"/>
            <a:ext cx="79952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  Operating costs and delivery credit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49145" y="8248015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Value assigned to waiting changes entry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45445" y="8248015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Choose among qualified services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93185" y="5120005"/>
            <a:ext cx="2401570" cy="911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4h Mean: 16.49kW</a:t>
            </a:r>
            <a:endParaRPr lang="en-US" altLang="zh-CN" b="1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b="1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87005" y="5730875"/>
            <a:ext cx="2288540" cy="3905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>
                <a:solidFill>
                  <a:srgbClr val="6E6EC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8h Mean: 24.51kW</a:t>
            </a:r>
            <a:endParaRPr lang="en-US" altLang="zh-CN" b="1">
              <a:solidFill>
                <a:srgbClr val="6E6ECF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070600" y="3811905"/>
            <a:ext cx="0" cy="3398520"/>
          </a:xfrm>
          <a:prstGeom prst="line">
            <a:avLst/>
          </a:prstGeom>
          <a:ln w="25400" cap="flat" cmpd="sng" algn="ctr">
            <a:solidFill>
              <a:schemeClr val="accent3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744460" y="3811905"/>
            <a:ext cx="0" cy="3398520"/>
          </a:xfrm>
          <a:prstGeom prst="line">
            <a:avLst/>
          </a:prstGeom>
          <a:ln w="25400" cap="flat" cmpd="sng" algn="ctr">
            <a:solidFill>
              <a:srgbClr val="6E6ECF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1" name="图表 10"/>
          <p:cNvGraphicFramePr/>
          <p:nvPr/>
        </p:nvGraphicFramePr>
        <p:xfrm>
          <a:off x="10193020" y="3587115"/>
          <a:ext cx="7491095" cy="4519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2508230" y="5278755"/>
            <a:ext cx="1211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183.30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619095" y="4109720"/>
            <a:ext cx="1211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330.11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菱形 13"/>
          <p:cNvSpPr/>
          <p:nvPr/>
        </p:nvSpPr>
        <p:spPr>
          <a:xfrm>
            <a:off x="15958820" y="4459605"/>
            <a:ext cx="152400" cy="160020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15897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菱形 14"/>
          <p:cNvSpPr/>
          <p:nvPr/>
        </p:nvSpPr>
        <p:spPr>
          <a:xfrm>
            <a:off x="12889865" y="5635625"/>
            <a:ext cx="152400" cy="160020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15897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6" name="图表 15"/>
          <p:cNvGraphicFramePr/>
          <p:nvPr/>
        </p:nvGraphicFramePr>
        <p:xfrm>
          <a:off x="2049145" y="8910955"/>
          <a:ext cx="8143875" cy="5173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梯形 23"/>
          <p:cNvSpPr/>
          <p:nvPr/>
        </p:nvSpPr>
        <p:spPr>
          <a:xfrm rot="16200000">
            <a:off x="11812270" y="10477500"/>
            <a:ext cx="6833870" cy="4616450"/>
          </a:xfrm>
          <a:prstGeom prst="trapezoid">
            <a:avLst>
              <a:gd name="adj" fmla="val 5587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2682855" y="13120370"/>
            <a:ext cx="5227320" cy="3265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1417300" y="11966575"/>
            <a:ext cx="1472565" cy="1153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7" name="图表 16"/>
          <p:cNvGraphicFramePr/>
          <p:nvPr/>
        </p:nvGraphicFramePr>
        <p:xfrm>
          <a:off x="10193020" y="8954135"/>
          <a:ext cx="7552690" cy="5131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11776075" y="12633325"/>
            <a:ext cx="11582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No entry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4615160" y="11830685"/>
            <a:ext cx="22783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Four-hour product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2166600" y="10022205"/>
            <a:ext cx="22783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ight-hour product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125980" y="14269720"/>
            <a:ext cx="154101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Reference workload only: four calls, 16-h starts, 300 sequences/product including falilures. a: empirical distributions; dotted means.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b-d: 12 independent series/year, 2,000 annual draws, 1-MW accounting, no site fee. Waiting price 0.005 in b,d.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Electricity USD 0.10/kWh; delivery credit USD 50/MWh; missed-work price zero. d: fifth-percentile net-value choice.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DIAGRAM_VIRTUALLY_FRAME" val="{&quot;height&quot;:149.7,&quot;left&quot;:232.6,&quot;top&quot;:268.1,&quot;width&quot;:856}"/>
</p:tagLst>
</file>

<file path=ppt/tags/tag66.xml><?xml version="1.0" encoding="utf-8"?>
<p:tagLst xmlns:p="http://schemas.openxmlformats.org/presentationml/2006/main">
  <p:tag name="KSO_WM_DIAGRAM_VIRTUALLY_FRAME" val="{&quot;height&quot;:149.7,&quot;left&quot;:232.6,&quot;top&quot;:268.1,&quot;width&quot;:856}"/>
</p:tagLst>
</file>

<file path=ppt/tags/tag67.xml><?xml version="1.0" encoding="utf-8"?>
<p:tagLst xmlns:p="http://schemas.openxmlformats.org/presentationml/2006/main">
  <p:tag name="KSO_WM_DIAGRAM_VIRTUALLY_FRAME" val="{&quot;height&quot;:149.7,&quot;left&quot;:232.6,&quot;top&quot;:268.1,&quot;width&quot;:856}"/>
</p:tagLst>
</file>

<file path=ppt/tags/tag68.xml><?xml version="1.0" encoding="utf-8"?>
<p:tagLst xmlns:p="http://schemas.openxmlformats.org/presentationml/2006/main">
  <p:tag name="KSO_WM_DIAGRAM_VIRTUALLY_FRAME" val="{&quot;height&quot;:149.7,&quot;left&quot;:232.6,&quot;top&quot;:268.1,&quot;width&quot;:856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20000"/>
            <a:lumOff val="80000"/>
          </a:schemeClr>
        </a:solidFill>
        <a:ln>
          <a:solidFill>
            <a:schemeClr val="accent3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宋体"/>
      <a:font script="Hant" typeface="新細明體"/>
      <a:font script="Arab" typeface="Traditional Arabic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宋体"/>
      <a:font script="Hant" typeface="新細明體"/>
      <a:font script="Arab" typeface="Traditional Arabic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3813</Words>
  <Application>WPS 演示</Application>
  <PresentationFormat>宽屏</PresentationFormat>
  <Paragraphs>288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黄宇蕊</cp:lastModifiedBy>
  <cp:revision>528</cp:revision>
  <dcterms:created xsi:type="dcterms:W3CDTF">2019-06-19T02:08:00Z</dcterms:created>
  <dcterms:modified xsi:type="dcterms:W3CDTF">2026-09-15T17:18:33Z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DA2682C8324841739C7523BE445CFBD5_11</vt:lpwstr>
  </property>
</Properties>
</file>